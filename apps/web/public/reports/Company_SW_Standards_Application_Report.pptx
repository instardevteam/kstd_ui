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7d0eb20ab442ba" /><Relationship Type="http://schemas.openxmlformats.org/officeDocument/2006/relationships/extended-properties" Target="/docProps/app.xml" Id="Rbf24030fff7d4c26" /><Relationship Type="http://schemas.openxmlformats.org/officeDocument/2006/relationships/officeDocument" Target="/ppt/presentation.xml" Id="R95319b753ac04a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b1101aabf94267"/>
  </p:sldMasterIdLst>
  <p:notesMasterIdLst>
    <p:notesMasterId xmlns:r="http://schemas.openxmlformats.org/officeDocument/2006/relationships" r:id="R8129da604d0541af"/>
  </p:notesMasterIdLst>
  <p:sldIdLst>
    <p:sldId xmlns:r="http://schemas.openxmlformats.org/officeDocument/2006/relationships" id="256" r:id="Rd3de3ccbc3194c6b"/>
    <p:sldId xmlns:r="http://schemas.openxmlformats.org/officeDocument/2006/relationships" id="257" r:id="R961fc4833f134e00"/>
    <p:sldId xmlns:r="http://schemas.openxmlformats.org/officeDocument/2006/relationships" id="258" r:id="Rdf027dde8e8c4eda"/>
    <p:sldId xmlns:r="http://schemas.openxmlformats.org/officeDocument/2006/relationships" id="259" r:id="R2454aeb7c5ca4fea"/>
    <p:sldId xmlns:r="http://schemas.openxmlformats.org/officeDocument/2006/relationships" id="260" r:id="R3bb5682b93774745"/>
    <p:sldId xmlns:r="http://schemas.openxmlformats.org/officeDocument/2006/relationships" id="261" r:id="Re53443451f3845a1"/>
    <p:sldId xmlns:r="http://schemas.openxmlformats.org/officeDocument/2006/relationships" id="262" r:id="Ra91dfbbede5a4e0e"/>
    <p:sldId xmlns:r="http://schemas.openxmlformats.org/officeDocument/2006/relationships" id="263" r:id="Re3a7e09b269e4e54"/>
    <p:sldId xmlns:r="http://schemas.openxmlformats.org/officeDocument/2006/relationships" id="264" r:id="R05ab18bb30a0498c"/>
    <p:sldId xmlns:r="http://schemas.openxmlformats.org/officeDocument/2006/relationships" id="265" r:id="R574e8affe7e74337"/>
    <p:sldId xmlns:r="http://schemas.openxmlformats.org/officeDocument/2006/relationships" id="266" r:id="R0d465a957b9a45ca"/>
    <p:sldId xmlns:r="http://schemas.openxmlformats.org/officeDocument/2006/relationships" id="267" r:id="R18b6d86164b54182"/>
    <p:sldId xmlns:r="http://schemas.openxmlformats.org/officeDocument/2006/relationships" id="268" r:id="R6c5efb29616b4a2f"/>
    <p:sldId xmlns:r="http://schemas.openxmlformats.org/officeDocument/2006/relationships" id="269" r:id="R554249d78ec947a7"/>
    <p:sldId xmlns:r="http://schemas.openxmlformats.org/officeDocument/2006/relationships" id="270" r:id="R3acbcd265b4e402c"/>
    <p:sldId xmlns:r="http://schemas.openxmlformats.org/officeDocument/2006/relationships" id="271" r:id="R7ddf0cd8d5174176"/>
    <p:sldId xmlns:r="http://schemas.openxmlformats.org/officeDocument/2006/relationships" id="272" r:id="Rb3f1ecf02a33495f"/>
    <p:sldId xmlns:r="http://schemas.openxmlformats.org/officeDocument/2006/relationships" id="273" r:id="R4db5df77e2ff46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fdc10f691b49c7" /><Relationship Type="http://schemas.openxmlformats.org/officeDocument/2006/relationships/slideMaster" Target="/ppt/slideMasters/slideMaster1.xml" Id="R0eb1101aabf94267" /><Relationship Type="http://schemas.openxmlformats.org/officeDocument/2006/relationships/notesMaster" Target="/ppt/notesMasters/notesMaster1.xml" Id="R8129da604d0541af" /><Relationship Type="http://schemas.openxmlformats.org/officeDocument/2006/relationships/presProps" Target="/ppt/presProps.xml" Id="R2328edf8749e413b" /><Relationship Type="http://schemas.openxmlformats.org/officeDocument/2006/relationships/tableStyles" Target="/ppt/tableStyles.xml" Id="R602bd46d354c478e" /><Relationship Type="http://schemas.openxmlformats.org/officeDocument/2006/relationships/slide" Target="/ppt/slides/slide1.xml" Id="Rd3de3ccbc3194c6b" /><Relationship Type="http://schemas.openxmlformats.org/officeDocument/2006/relationships/slide" Target="/ppt/slides/slide2.xml" Id="R961fc4833f134e00" /><Relationship Type="http://schemas.openxmlformats.org/officeDocument/2006/relationships/slide" Target="/ppt/slides/slide3.xml" Id="Rdf027dde8e8c4eda" /><Relationship Type="http://schemas.openxmlformats.org/officeDocument/2006/relationships/slide" Target="/ppt/slides/slide4.xml" Id="R2454aeb7c5ca4fea" /><Relationship Type="http://schemas.openxmlformats.org/officeDocument/2006/relationships/slide" Target="/ppt/slides/slide5.xml" Id="R3bb5682b93774745" /><Relationship Type="http://schemas.openxmlformats.org/officeDocument/2006/relationships/slide" Target="/ppt/slides/slide6.xml" Id="Re53443451f3845a1" /><Relationship Type="http://schemas.openxmlformats.org/officeDocument/2006/relationships/slide" Target="/ppt/slides/slide7.xml" Id="Ra91dfbbede5a4e0e" /><Relationship Type="http://schemas.openxmlformats.org/officeDocument/2006/relationships/slide" Target="/ppt/slides/slide8.xml" Id="Re3a7e09b269e4e54" /><Relationship Type="http://schemas.openxmlformats.org/officeDocument/2006/relationships/slide" Target="/ppt/slides/slide9.xml" Id="R05ab18bb30a0498c" /><Relationship Type="http://schemas.openxmlformats.org/officeDocument/2006/relationships/slide" Target="/ppt/slides/slide10.xml" Id="R574e8affe7e74337" /><Relationship Type="http://schemas.openxmlformats.org/officeDocument/2006/relationships/slide" Target="/ppt/slides/slide11.xml" Id="R0d465a957b9a45ca" /><Relationship Type="http://schemas.openxmlformats.org/officeDocument/2006/relationships/slide" Target="/ppt/slides/slide12.xml" Id="R18b6d86164b54182" /><Relationship Type="http://schemas.openxmlformats.org/officeDocument/2006/relationships/slide" Target="/ppt/slides/slide13.xml" Id="R6c5efb29616b4a2f" /><Relationship Type="http://schemas.openxmlformats.org/officeDocument/2006/relationships/slide" Target="/ppt/slides/slide14.xml" Id="R554249d78ec947a7" /><Relationship Type="http://schemas.openxmlformats.org/officeDocument/2006/relationships/slide" Target="/ppt/slides/slide15.xml" Id="R3acbcd265b4e402c" /><Relationship Type="http://schemas.openxmlformats.org/officeDocument/2006/relationships/slide" Target="/ppt/slides/slide16.xml" Id="R7ddf0cd8d5174176" /><Relationship Type="http://schemas.openxmlformats.org/officeDocument/2006/relationships/slide" Target="/ppt/slides/slide17.xml" Id="Rb3f1ecf02a33495f" /><Relationship Type="http://schemas.openxmlformats.org/officeDocument/2006/relationships/slide" Target="/ppt/slides/slide18.xml" Id="R4db5df77e2ff46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51537bf3174e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7051d72fc74687" /><Relationship Type="http://schemas.openxmlformats.org/officeDocument/2006/relationships/notesMaster" Target="/ppt/notesMasters/notesMaster1.xml" Id="R67a44278e44147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af3b1fe02d4570" /><Relationship Type="http://schemas.openxmlformats.org/officeDocument/2006/relationships/notesMaster" Target="/ppt/notesMasters/notesMaster1.xml" Id="R592e485dfe404d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9234b685d6c4c4e" /><Relationship Type="http://schemas.openxmlformats.org/officeDocument/2006/relationships/notesMaster" Target="/ppt/notesMasters/notesMaster1.xml" Id="R9a9d2d2ceb0947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9e295a6b644080" /><Relationship Type="http://schemas.openxmlformats.org/officeDocument/2006/relationships/notesMaster" Target="/ppt/notesMasters/notesMaster1.xml" Id="R168a47b7c43444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55fff4dde8420c" /><Relationship Type="http://schemas.openxmlformats.org/officeDocument/2006/relationships/notesMaster" Target="/ppt/notesMasters/notesMaster1.xml" Id="R26dad0c1da5d42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a6286bc20c406d" /><Relationship Type="http://schemas.openxmlformats.org/officeDocument/2006/relationships/notesMaster" Target="/ppt/notesMasters/notesMaster1.xml" Id="R0fb37785dbf54b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607a7ac85b452e" /><Relationship Type="http://schemas.openxmlformats.org/officeDocument/2006/relationships/notesMaster" Target="/ppt/notesMasters/notesMaster1.xml" Id="R7c4adf77bfa54f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ca7f7b400c494d" /><Relationship Type="http://schemas.openxmlformats.org/officeDocument/2006/relationships/notesMaster" Target="/ppt/notesMasters/notesMaster1.xml" Id="Rfd56c5c3ea9f46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a1761fb7f44f6d" /><Relationship Type="http://schemas.openxmlformats.org/officeDocument/2006/relationships/notesMaster" Target="/ppt/notesMasters/notesMaster1.xml" Id="R8596ecffaf5b4b7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6deffd55d142c4" /><Relationship Type="http://schemas.openxmlformats.org/officeDocument/2006/relationships/notesMaster" Target="/ppt/notesMasters/notesMaster1.xml" Id="R32f9e877a001498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060da9f610b4cee" /><Relationship Type="http://schemas.openxmlformats.org/officeDocument/2006/relationships/notesMaster" Target="/ppt/notesMasters/notesMaster1.xml" Id="R91b516898ddc48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454b2e125c4178" /><Relationship Type="http://schemas.openxmlformats.org/officeDocument/2006/relationships/notesMaster" Target="/ppt/notesMasters/notesMaster1.xml" Id="R0e3e2976cf8549a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5a5adc02d4434f" /><Relationship Type="http://schemas.openxmlformats.org/officeDocument/2006/relationships/notesMaster" Target="/ppt/notesMasters/notesMaster1.xml" Id="Rbfe483f0c1f146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bd701650264a6e" /><Relationship Type="http://schemas.openxmlformats.org/officeDocument/2006/relationships/notesMaster" Target="/ppt/notesMasters/notesMaster1.xml" Id="Rf6938cdb733d44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a55733c7454153" /><Relationship Type="http://schemas.openxmlformats.org/officeDocument/2006/relationships/notesMaster" Target="/ppt/notesMasters/notesMaster1.xml" Id="Rf801a4941cb04d7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f63cfdab064b5c" /><Relationship Type="http://schemas.openxmlformats.org/officeDocument/2006/relationships/notesMaster" Target="/ppt/notesMasters/notesMaster1.xml" Id="R75a45c9e75504cb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a5458aa3cf74753" /><Relationship Type="http://schemas.openxmlformats.org/officeDocument/2006/relationships/notesMaster" Target="/ppt/notesMasters/notesMaster1.xml" Id="R1b7af4a40f6640f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552d53399a42c1" /><Relationship Type="http://schemas.openxmlformats.org/officeDocument/2006/relationships/notesMaster" Target="/ppt/notesMasters/notesMaster1.xml" Id="Reb11f0eeab354f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standards/summary.json</a:t>
            </a:r>
          </a:p>
          <a:p xmlns:a="http://schemas.openxmlformats.org/drawingml/2006/main">
            <a:r>
              <a:t>출처: standards/application-records.json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standards/catalog.json</a:t>
            </a:r>
          </a:p>
          <a:p xmlns:a="http://schemas.openxmlformats.org/drawingml/2006/main">
            <a:r>
              <a:t>출처: standards/source-register.json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standards/profiles/mdr-pending.json</a:t>
            </a:r>
          </a:p>
          <a:p xmlns:a="http://schemas.openxmlformats.org/drawingml/2006/main">
            <a:r>
              <a:t>출처: MDR-000</a:t>
            </a:r>
          </a:p>
          <a:p xmlns:a="http://schemas.openxmlformats.org/drawingml/2006/main">
            <a:r>
              <a:t>출처: https://opendata.mnd.go.kr/openinf/sheetview2.jsp?infId=OA-9422</a:t>
            </a:r>
          </a:p>
          <a:p xmlns:a="http://schemas.openxmlformats.org/drawingml/2006/main">
            <a:r>
              <a:t>출처: https://www.data.go.kr/data/15083221/fileData.do?recommendDataYn=Y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docs/ARCHITECTURE.md</a:t>
            </a:r>
          </a:p>
          <a:p xmlns:a="http://schemas.openxmlformats.org/drawingml/2006/main">
            <a:r>
              <a:t>출처: docs/RUNBOOK.md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standards/catalog.json</a:t>
            </a:r>
          </a:p>
          <a:p xmlns:a="http://schemas.openxmlformats.org/drawingml/2006/main">
            <a:r>
              <a:t>출처: standards/application-records.json</a:t>
            </a:r>
          </a:p>
          <a:p xmlns:a="http://schemas.openxmlformats.org/drawingml/2006/main">
            <a:r>
              <a:t>출처: evidence/index.json</a:t>
            </a:r>
          </a:p>
          <a:p xmlns:a="http://schemas.openxmlformats.org/drawingml/2006/main">
            <a:r>
              <a:t>적용 사례: {"rule_id":"SEC-004","code_refs":["apps/api/Program.cs#AddAuthentication","apps/api/AuthController.cs#AuthController.Login","apps/api/AuthController.cs#AuthController.RejectLogin","apps/api/SeedData.cs#SeedData.NewUser"],"test_refs":["AUTO-BACKEND","SCREEN-LOGIN","MAN-SEC-004"],"evidence_ids":["AUTO-BACKEND-2026-10-20T06-17-05-753Z","SCREEN-LOGIN-2026-10-20T06-15-00-647Z"],"auto_result":"부분확인","manual_result":"미실행","final_result":"부분확인"}</a:t>
            </a:r>
          </a:p>
          <a:p xmlns:a="http://schemas.openxmlformats.org/drawingml/2006/main">
            <a:r>
              <a:t>적용 사례: {"rule_id":"SEC-005","code_refs":["apps/api/RequestsController.cs#RequestsController.VisibleRequests","apps/api/RequestsController.cs#RequestsController.ChangeStatus","apps/api/RequestsController.cs#RequestsController.Update","apps/api/AttachmentsController.cs#AttachmentsController.Download","apps/api/AttachmentsController.cs#AttachmentsController.CanEdit"],"test_refs":["AUTO-BACKEND","SCREEN-DETAIL","MAN-SEC-005"],"evidence_ids":["AUTO-BACKEND-2026-10-20T06-17-05-753Z","SCREEN-DETAIL-2026-10-20T06-15-00-647Z"],"auto_result":"부분확인","manual_result":"미실행","final_result":"부분확인"}</a:t>
            </a:r>
          </a:p>
          <a:p xmlns:a="http://schemas.openxmlformats.org/drawingml/2006/main">
            <a:r>
              <a:t>적용 사례: {"rule_id":"UI-003","code_refs":["apps/web/src/ui.tsx#Badge","apps/web/src/ui.tsx#Modal","packages/ui/tokens.css","apps/web/src/styles.css"],"test_refs":["SCREEN-DASHBOARD","SCREEN-GALLERY","MAN-UI-003"],"evidence_ids":["SCREEN-DASHBOARD-2026-10-20T06-15-00-647Z","SCREEN-GALLERY-2026-10-20T06-15-00-647Z"],"auto_result":"미실행","manual_result":"미실행","final_result":"부분확인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evidence/2026-10-20T06-16-58-989Z/AUTO-FRONTEND.log</a:t>
            </a:r>
          </a:p>
          <a:p xmlns:a="http://schemas.openxmlformats.org/drawingml/2006/main">
            <a:r>
              <a:t>출처: evidence/2026-10-20T06-17-05-753Z/AUTO-BACKEND.log</a:t>
            </a:r>
          </a:p>
          <a:p xmlns:a="http://schemas.openxmlformats.org/drawingml/2006/main">
            <a:r>
              <a:t>출처: apps/api/BusinessRules.cs#Validate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evidence/2026-10-20T06-17-05-753Z/AUTO-BACKEND.log</a:t>
            </a:r>
          </a:p>
          <a:p xmlns:a="http://schemas.openxmlformats.org/drawingml/2006/main">
            <a:r>
              <a:t>출처: evidence/browser/2026-10-20T06-15-00-647Z/E2E-WORKFLOW.json</a:t>
            </a:r>
          </a:p>
          <a:p xmlns:a="http://schemas.openxmlformats.org/drawingml/2006/main">
            <a:r>
              <a:t>출처: evidence/2026-10-20T06-18-28-772Z/AUTO-AUDIT.log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docs/UI_UX_STANDARD.md</a:t>
            </a:r>
          </a:p>
          <a:p xmlns:a="http://schemas.openxmlformats.org/drawingml/2006/main">
            <a:r>
              <a:t>증빙: {"evidence_id":"SCREEN-GALLERY-2026-10-20T06-15-00-647Z","rule_ids":["UI-003","UI-010","KWA-033"],"test_id":"SCREEN-GALLERY","run_id":"2026-10-20T06-15-00-647Z","commit_sha":"88f8c934cf73feb34cb1a3e55a5dd9021d65fff3","collected_at":"2026-10-20T06:15:05.869Z","environment":"darwin/arm64; Node v26.5.0; 로컬 개발환경","browser_or_assistive_technology":"Playwright Chromium 156.0.8078.4","tool_name":"Playwright Chromium 156.0.8078.4","tool_version":"1.64.1","command":"npm run test:e2e (Playwright page.screenshot)","exit_code":0,"artifact_path":"evidence/browser/2026-10-20T06-15-00-647Z/screenshots/gallery.png","sha256":"082261576c7bf5a37601af3a1d223a1ed10ca12003aa240212b846f05945afb6","result":"부분확인","observed":"실제 실행화면 gallery, http://localhost:8000/gallery, {\"width\":1440,\"height\":1100}","expected":"기록된 assertion 또는 명령의 검사 범위 통과","limitations":"실제 화면 캡처 증빙이며 원문 전체 통과/수동 보조기술 판정이 아님","source_hashes":{".editorconfig":"311c1fc21b788ee7f1b2d95a6f728dcf6c46091efd8d92c6511256f35eb82647",".github/workflows/verify.yml":"4a390628ce2fa2dea369fc88bbebe41755f8ec216a44fd9627d92e5876d45cbc","apps/api/AttachmentsController.cs":"60cf88bf5aa4677ae7037a3440168ded442dd36a702443a36b7a9d42d249dd05","apps/api/AuthController.cs":"ab883d8a00e4b7e0dec4de62ce267b4937683c7774fd4bec37e341d588bf7b57","apps/api/BusinessRules.cs":"5ae8a6e81b8b55b004c253812a988d50b53e6bdcc44a4ce0f056d8fc3a1f35d8","apps/api/Infrastructure.cs":"719d9d9452cfb51cd93911a86a670235bbf4e03b8f75f3920698a617493c3952","apps/api/Kstd.Api.csproj":"ce0e193d49bd6edb240c58edaf363e9cf78ef9481f24a5ba736ba1a6bb7f2112","apps/api/Migrations/20261020053705_InitialSchema.Designer.cs":"01a6194ccc5ab5b76eba9756a3e4401814d4a88cedfd5db974469a38ff40ead9","apps/api/Migrations/20261020053705_InitialSchema.cs":"ce824e2fb45ff7b5bdde5b63ac08a38d3050663f026e2432c3857346eef58b75","apps/api/Migrations/20261020054050_SubmissionIdempotency.Designer.cs":"29b3465f6633feae601012def741177ca7fad0f211239b87877ac0d31870f752","apps/api/Migrations/20261020054050_SubmissionIdempotency.cs":"3f885ddd3e299724757b72573345a66e3655aa526c9f8cf7db7b1f73da676fad","apps/api/Migrations/20261020055231_SessionRevocationVersion.Designer.cs":"299ba1ebcae83f07add42fb80a3a56d78044f2a6af113f11552f20f9cf4f7767","apps/api/Migrations/20261020055231_SessionRevocationVersion.cs":"e40fb1adffb2f8857dae8243027027acb75e2f59d1f04bb388be397f6c8ca0e7","apps/api/Migrations/AppDbModelSnapshot.cs":"e5991d8ec9dcb38699a8382c9d0eb2b8160fa1f2428e0abf96627e3100214679","apps/api/Models.cs":"b698839490f087787b4c80ca56cd33c742e1e93979fb8fb4d18b746c04c58327","apps/api/Program.cs":"7e57e6ad01febb36d30390d0d48f41bf546fe7c68f2a40b4bb88bd5fd2867c73","apps/api/RequestsController.cs":"d8733126947a86309ef6ba9bc105c194c0eec890f3bfb106b937b17f164c2154","apps/api/SeedData.cs":"521e8a932a862460f21d7ca14ec25bff4eaf31b85ceb641fc2f0dcf585b3db1c","apps/api/SessionCookieValidation.cs":"ccbbae8da725463284a36d5e9d30d459ef4d489301d7d8fb632fa7a4c419acf0","apps/api/appsettings.json":"9b6e0a0e0ae46f745dc45491008ec74e6d1355f223d5b8c66e6e0138c354c513","apps/api/packages.lock.json":"685eec1dd32eeae97ffdf53e014aa31e30ad3de5fd90940945dcb8d850336138","apps/web/eslint.config.js":"e84d276a983f26c686f497ff4be0b09f5561c6b5293e7aea34b94f6526ef2c0d","apps/web/index.html":"13cf5a95bb6db3511cd6cdf3526500659f0c3014aa54caf11fc86c66bc21e0ac","apps/web/package-lock.json":"9c24f397e3f3cc1fc85dac2aaf594df920745adf27e95f83fe950ec031b0f122","apps/web/package.json":"c743d89d8e11a95f0ded43d9177d292bca4ab53d538ba0b85ecb6a46bb7ed9b1","apps/web/src/App.tsx":"a368cdda57d30a8b392ca10aa4aa05eadcd12a63288c9dd056461f579acc47b5","apps/web/src/StandardsBrowser.tsx":"1b4e0fa8f2441ffd2bc163c9a735d881bf01754579dc738fd464c892e364c759","apps/web/src/api.ts":"81e9dbe645decb3ee05c770a0cb2993a3f7ff9681bcd879ba807e593109386d9","apps/web/src/export.test.ts":"303a964df3192a7c7b93cf7495a222ce90f5afbbac5c528c72b9947338660a03","apps/web/src/export.ts":"f17db765d69df297dc5cbd4c3685f2a5ac2c6b75e0eed51ae05655be0683a443","apps/web/src/main.tsx":"8dae3ef768116dd904b1e2fe0265bd83584cb6463d652725a6129c49f91f7b11","apps/web/src/navigation.test.ts":"f4d172bf00679b4213818ca6fc179bdb11b64634b705305228d9823e061c02c9","apps/web/src/navigation.ts":"30dd9bc6e7b84ad5e60cf9daca1ebb8b7ac8d5cfe248a114b5da86e9a2ffe2f4","apps/web/src/parseApi.test.ts":"bf86811be69dc6a94f550f2e9eafce7460589b080d565df259137a147389dc67","apps/web/src/styles.css":"5a0fcc8685cb54afa84cdb107c86d7264461b0a117be9985cf73052aa3193fc5","apps/web/src/ui.tsx":"f1922bd92f288ee3681fe08082a87a883b03b043c80ec8cc5f130663a03267e4","apps/web/tsconfig.json":"924ebd5d3b4d41e5c216bac9e59d98b27577a01f130ed612c7492a6b6a0128d5","apps/web/vite.config.ts":"85360771417761c3ca136a4ef9120774800a1231ccff14b16266705c91931021","dotnet-tools.json":"ee734eba2084039156471163f732c7704ce84f4f764d7037749dc01be8ece65b","global.json":"62f6485faa18a65822615e81a01e2ba5c19281cd78b59da642d416603f6b3b52","package-lock.json":"3605f34f2cc004744a2890e750258dc4c11f41931811528abab37eda8fc305ac","package.json":"99d5ad0cefa305b0bd25c9f86ba845a5902928cea557215d4b2de3e9339f2bf3","packages/ui/tokens.css":"b308a54b02c8b1aa63a046439ee1eb73c935e3cd915a47315121ea56ea249d2c","reference-package/standards_catalog.json":"f704c19fcc746a80e196fc390576d1da9930cee8394ea60763641ddfb2a2d572","scripts/backend-sbom.py":"5bc2228963a4f25f6ef7b0cb39ce7f3d134ee5ebb7ea5575711594dbfd9824ec","scripts/backend-verify.mjs":"d88a79fd3f73b87320f780c7374aad2e7c1ad005af49f117d3dda850fe9bd0c8","scripts/backend.py":"04f64d54cc86792216c79a136242ca712e5f6db538d855ce9d8abbf9f558478d","scripts/build-standards.py":"17f407653f45c27bd23ffdb09f4459e8d5e3b8b2db6355b344d2342427e3d6bc","scripts/evidence-check.mjs":"56bc921c00cc7dac976d0e6e579c788a0b7b5e35ef0e8b47520a5e2361239744","scripts/evidence-lib.mjs":"e2d8c3fca8d3642b6b2175ac6fab297d2f907bb1161847f48250f20c00648aae","scripts/generate-reports.mjs":"583f0ce00ab29165d8a2d16971dad4fb2089f8e949c2a2f39daea1c0fce7021d","scripts/manage.mjs":"07b4c1776fc6276ad2534e06fffcdaa4b6352605028a4ce12745d7e4cfa5a2e7","scripts/package-source.py":"a3bcae3c5a39fc9f77539f3d7c7c714811e51f40b48f2563bcef3efbd5b90ddc","scripts/run-checks.mjs":"b03cb625c5372a5eae1f41b8dfda59556de53d95f121efa59de36e034ecc5950","scripts/security-scan.mjs":"8bba4e1f18ef7ff8a8ef2fbc67b24c6d4d493a91558922095a3bb4a5ca076719","scripts/source-audit.py":"44a48ecb3ed64ce598063553c1b2583e90876832c45a2f7eb770bbb0cf3581ef","scripts/supply-chain.mjs":"4ff8178b26c31b013a337925320d8420657d63d650f13625a939eea68612f427","scripts/sync-public.mjs":"303118996c84b03f1de6088787a8e0d4dff2e8dd80fdcbe4dff5913dad454ffd","scripts/test-distribution.mjs":"a012b6c19157dc3dfc124e66493cdbdbee6d4d584fdfc9ddd4263d14ad95f297","standards/profiles/common.json":"b8197ac3290a82af38b3c51c6dbcaf842010cafba99bd2f6bc55f73bf004fae9","standards/profiles/csharp.json":"6a58ea79add893c6b19af01ca7189ef2f0bc02be851ca20320e305fb880ff3c8","standards/profiles/mdr-pending.json":"d1e910102b7f104c32a5b986faeca0dc4b8d5ee9c722044378b0011fabeacbcf","standards/profiles/typescript.json":"11dca2eaf4904d500f04e9fc16d7807aad33c9e207689ab4cd1a091562144474","tests/backend/Kstd.Api.Tests/BusinessRulesTests.cs":"5b158b2c60931b07e81545292145df1fa2b552d15df5fd4acb7c9d81e2d7cdbd","tests/backend/Kstd.Api.Tests/Kstd.Api.Tests.csproj":"23be2502b8e3fa029a9e2a292d9f4aa5259b7a7d25c264f55d7c4bc7dcc037f9","tests/backend/Kstd.Api.Tests/packages.lock.json":"7bc69e083463506291f821c93cc47ccc7cb7393f7726eacbd74ca1af758bcf60","tests/backend/coverage.runsettings":"cd916f61188ee55a263bfdb69aae11f3955c6019ab82460b771252482d23274a","tests/backend/integration.py":"b190f46f3b1e1472dc72eb5a15b56c9e3dd20839bbcf2d43a5e8fcc888d11e42","tests/backend/test-catalog.json":"15b4198966913e57e2b77d3724ce009d1540322702cae2c20a70e267999b93c8","tests/e2e/browser.mjs":"fbc1911698cb1385f77bd8ec724ab35558c770616d6734122d63484ac75f9122","tests/standards/ledger.test.mjs":"febfc7918fd579bdad38b24d8cd097b431ac980ba098cb89fadc43ed515eb76b"},"supersedes":"SCREEN-GALLERY-2026-10-20T06-05-05-039Z"}</a:t>
            </a:r>
          </a:p>
          <a:p xmlns:a="http://schemas.openxmlformats.org/drawingml/2006/main">
            <a:r>
              <a:t>적용 사례: {"rule_id":"UI-003","code_refs":["apps/web/src/ui.tsx#Badge","apps/web/src/ui.tsx#Modal","packages/ui/tokens.css","apps/web/src/styles.css"],"test_refs":["SCREEN-DASHBOARD","SCREEN-GALLERY","MAN-UI-003"],"evidence_ids":["SCREEN-DASHBOARD-2026-10-20T06-15-00-647Z","SCREEN-GALLERY-2026-10-20T06-15-00-647Z"],"auto_result":"미실행","manual_result":"미실행","final_result":"부분확인"}</a:t>
            </a:r>
          </a:p>
          <a:p xmlns:a="http://schemas.openxmlformats.org/drawingml/2006/main">
            <a:r>
              <a:t>적용 사례: {"rule_id":"UI-068","code_refs":["apps/web/src/App.tsx#RequestWizard","apps/web/src/api.ts#ApiError","apps/web/src/api.ts#parseFieldErrors","apps/web/src/ui.tsx#ErrorBox"],"test_refs":["SCREEN-SERVER-ERROR","SCREEN-SERVER-VALIDATION","MAN-UI-068"],"evidence_ids":["SCREEN-SERVER-ERROR-2026-10-20T06-15-00-647Z","SCREEN-SERVER-VALIDATION-2026-10-20T06-15-00-647Z"],"auto_result":"미실행","manual_result":"미실행","final_result":"부분확인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references/ 원본 PDF 두 개</a:t>
            </a:r>
          </a:p>
          <a:p xmlns:a="http://schemas.openxmlformats.org/drawingml/2006/main">
            <a:r>
              <a:t>출처: UI-017</a:t>
            </a:r>
          </a:p>
          <a:p xmlns:a="http://schemas.openxmlformats.org/drawingml/2006/main">
            <a:r>
              <a:t>출처: UI-019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evidence/index.json</a:t>
            </a:r>
          </a:p>
          <a:p xmlns:a="http://schemas.openxmlformats.org/drawingml/2006/main">
            <a:r>
              <a:t>증빙: {"evidence_id":"SCREEN-LOGIN-2026-10-20T06-15-00-647Z","rule_ids":["UI-081","UI-082","UI-084","SEC-004","KWA-030","WCA-053"],"test_id":"SCREEN-LOGIN","run_id":"2026-10-20T06-15-00-647Z","commit_sha":"88f8c934cf73feb34cb1a3e55a5dd9021d65fff3","collected_at":"2026-10-20T06:15:01.091Z","environment":"darwin/arm64; Node v26.5.0; 로컬 개발환경","browser_or_assistive_technology":"Playwright Chromium 156.0.8078.4","tool_name":"Playwright Chromium 156.0.8078.4","tool_version":"1.64.1","command":"npm run test:e2e (Playwright page.screenshot)","exit_code":0,"artifact_path":"evidence/browser/2026-10-20T06-15-00-647Z/screenshots/login.png","sha256":"15b92f0d047b5d78b64693b5990a0109c3179ac4d543ff7bff03e9f85e10e096","result":"부분확인","observed":"실제 실행화면 login, http://localhost:8000/, {\"width\":1440,\"height\":1100}","expected":"기록된 assertion 또는 명령의 검사 범위 통과","limitations":"실제 화면 캡처 증빙이며 원문 전체 통과/수동 보조기술 판정이 아님","source_hashes":{".editorconfig":"311c1fc21b788ee7f1b2d95a6f728dcf6c46091efd8d92c6511256f35eb82647",".github/workflows/verify.yml":"4a390628ce2fa2dea369fc88bbebe41755f8ec216a44fd9627d92e5876d45cbc","apps/api/AttachmentsController.cs":"60cf88bf5aa4677ae7037a3440168ded442dd36a702443a36b7a9d42d249dd05","apps/api/AuthController.cs":"ab883d8a00e4b7e0dec4de62ce267b4937683c7774fd4bec37e341d588bf7b57","apps/api/BusinessRules.cs":"5ae8a6e81b8b55b004c253812a988d50b53e6bdcc44a4ce0f056d8fc3a1f35d8","apps/api/Infrastructure.cs":"719d9d9452cfb51cd93911a86a670235bbf4e03b8f75f3920698a617493c3952","apps/api/Kstd.Api.csproj":"ce0e193d49bd6edb240c58edaf363e9cf78ef9481f24a5ba736ba1a6bb7f2112","apps/api/Migrations/20261020053705_InitialSchema.Designer.cs":"01a6194ccc5ab5b76eba9756a3e4401814d4a88cedfd5db974469a38ff40ead9","apps/api/Migrations/20261020053705_InitialSchema.cs":"ce824e2fb45ff7b5bdde5b63ac08a38d3050663f026e2432c3857346eef58b75","apps/api/Migrations/20261020054050_SubmissionIdempotency.Designer.cs":"29b3465f6633feae601012def741177ca7fad0f211239b87877ac0d31870f752","apps/api/Migrations/20261020054050_SubmissionIdempotency.cs":"3f885ddd3e299724757b72573345a66e3655aa526c9f8cf7db7b1f73da676fad","apps/api/Migrations/20261020055231_SessionRevocationVersion.Designer.cs":"299ba1ebcae83f07add42fb80a3a56d78044f2a6af113f11552f20f9cf4f7767","apps/api/Migrations/20261020055231_SessionRevocationVersion.cs":"e40fb1adffb2f8857dae8243027027acb75e2f59d1f04bb388be397f6c8ca0e7","apps/api/Migrations/AppDbModelSnapshot.cs":"e5991d8ec9dcb38699a8382c9d0eb2b8160fa1f2428e0abf96627e3100214679","apps/api/Models.cs":"b698839490f087787b4c80ca56cd33c742e1e93979fb8fb4d18b746c04c58327","apps/api/Program.cs":"7e57e6ad01febb36d30390d0d48f41bf546fe7c68f2a40b4bb88bd5fd2867c73","apps/api/RequestsController.cs":"d8733126947a86309ef6ba9bc105c194c0eec890f3bfb106b937b17f164c2154","apps/api/SeedData.cs":"521e8a932a862460f21d7ca14ec25bff4eaf31b85ceb641fc2f0dcf585b3db1c","apps/api/SessionCookieValidation.cs":"ccbbae8da725463284a36d5e9d30d459ef4d489301d7d8fb632fa7a4c419acf0","apps/api/appsettings.json":"9b6e0a0e0ae46f745dc45491008ec74e6d1355f223d5b8c66e6e0138c354c513","apps/api/packages.lock.json":"685eec1dd32eeae97ffdf53e014aa31e30ad3de5fd90940945dcb8d850336138","apps/web/eslint.config.js":"e84d276a983f26c686f497ff4be0b09f5561c6b5293e7aea34b94f6526ef2c0d","apps/web/index.html":"13cf5a95bb6db3511cd6cdf3526500659f0c3014aa54caf11fc86c66bc21e0ac","apps/web/package-lock.json":"9c24f397e3f3cc1fc85dac2aaf594df920745adf27e95f83fe950ec031b0f122","apps/web/package.json":"c743d89d8e11a95f0ded43d9177d292bca4ab53d538ba0b85ecb6a46bb7ed9b1","apps/web/src/App.tsx":"a368cdda57d30a8b392ca10aa4aa05eadcd12a63288c9dd056461f579acc47b5","apps/web/src/StandardsBrowser.tsx":"1b4e0fa8f2441ffd2bc163c9a735d881bf01754579dc738fd464c892e364c759","apps/web/src/api.ts":"81e9dbe645decb3ee05c770a0cb2993a3f7ff9681bcd879ba807e593109386d9","apps/web/src/export.test.ts":"303a964df3192a7c7b93cf7495a222ce90f5afbbac5c528c72b9947338660a03","apps/web/src/export.ts":"f17db765d69df297dc5cbd4c3685f2a5ac2c6b75e0eed51ae05655be0683a443","apps/web/src/main.tsx":"8dae3ef768116dd904b1e2fe0265bd83584cb6463d652725a6129c49f91f7b11","apps/web/src/navigation.test.ts":"f4d172bf00679b4213818ca6fc179bdb11b64634b705305228d9823e061c02c9","apps/web/src/navigation.ts":"30dd9bc6e7b84ad5e60cf9daca1ebb8b7ac8d5cfe248a114b5da86e9a2ffe2f4","apps/web/src/parseApi.test.ts":"bf86811be69dc6a94f550f2e9eafce7460589b080d565df259137a147389dc67","apps/web/src/styles.css":"5a0fcc8685cb54afa84cdb107c86d7264461b0a117be9985cf73052aa3193fc5","apps/web/src/ui.tsx":"f1922bd92f288ee3681fe08082a87a883b03b043c80ec8cc5f130663a03267e4","apps/web/tsconfig.json":"924ebd5d3b4d41e5c216bac9e59d98b27577a01f130ed612c7492a6b6a0128d5","apps/web/vite.config.ts":"85360771417761c3ca136a4ef9120774800a1231ccff14b16266705c91931021","dotnet-tools.json":"ee734eba2084039156471163f732c7704ce84f4f764d7037749dc01be8ece65b","global.json":"62f6485faa18a65822615e81a01e2ba5c19281cd78b59da642d416603f6b3b52","package-lock.json":"3605f34f2cc004744a2890e750258dc4c11f41931811528abab37eda8fc305ac","package.json":"99d5ad0cefa305b0bd25c9f86ba845a5902928cea557215d4b2de3e9339f2bf3","packages/ui/tokens.css":"b308a54b02c8b1aa63a046439ee1eb73c935e3cd915a47315121ea56ea249d2c","reference-package/standards_catalog.json":"f704c19fcc746a80e196fc390576d1da9930cee8394ea60763641ddfb2a2d572","scripts/backend-sbom.py":"5bc2228963a4f25f6ef7b0cb39ce7f3d134ee5ebb7ea5575711594dbfd9824ec","scripts/backend-verify.mjs":"d88a79fd3f73b87320f780c7374aad2e7c1ad005af49f117d3dda850fe9bd0c8","scripts/backend.py":"04f64d54cc86792216c79a136242ca712e5f6db538d855ce9d8abbf9f558478d","scripts/build-standards.py":"17f407653f45c27bd23ffdb09f4459e8d5e3b8b2db6355b344d2342427e3d6bc","scripts/evidence-check.mjs":"56bc921c00cc7dac976d0e6e579c788a0b7b5e35ef0e8b47520a5e2361239744","scripts/evidence-lib.mjs":"e2d8c3fca8d3642b6b2175ac6fab297d2f907bb1161847f48250f20c00648aae","scripts/generate-reports.mjs":"583f0ce00ab29165d8a2d16971dad4fb2089f8e949c2a2f39daea1c0fce7021d","scripts/manage.mjs":"07b4c1776fc6276ad2534e06fffcdaa4b6352605028a4ce12745d7e4cfa5a2e7","scripts/package-source.py":"a3bcae3c5a39fc9f77539f3d7c7c714811e51f40b48f2563bcef3efbd5b90ddc","scripts/run-checks.mjs":"b03cb625c5372a5eae1f41b8dfda59556de53d95f121efa59de36e034ecc5950","scripts/security-scan.mjs":"8bba4e1f18ef7ff8a8ef2fbc67b24c6d4d493a91558922095a3bb4a5ca076719","scripts/source-audit.py":"44a48ecb3ed64ce598063553c1b2583e90876832c45a2f7eb770bbb0cf3581ef","scripts/supply-chain.mjs":"4ff8178b26c31b013a337925320d8420657d63d650f13625a939eea68612f427","scripts/sync-public.mjs":"303118996c84b03f1de6088787a8e0d4dff2e8dd80fdcbe4dff5913dad454ffd","scripts/test-distribution.mjs":"a012b6c19157dc3dfc124e66493cdbdbee6d4d584fdfc9ddd4263d14ad95f297","standards/profiles/common.json":"b8197ac3290a82af38b3c51c6dbcaf842010cafba99bd2f6bc55f73bf004fae9","standards/profiles/csharp.json":"6a58ea79add893c6b19af01ca7189ef2f0bc02be851ca20320e305fb880ff3c8","standards/profiles/mdr-pending.json":"d1e910102b7f104c32a5b986faeca0dc4b8d5ee9c722044378b0011fabeacbcf","standards/profiles/typescript.json":"11dca2eaf4904d500f04e9fc16d7807aad33c9e207689ab4cd1a091562144474","tests/backend/Kstd.Api.Tests/BusinessRulesTests.cs":"5b158b2c60931b07e81545292145df1fa2b552d15df5fd4acb7c9d81e2d7cdbd","tests/backend/Kstd.Api.Tests/Kstd.Api.Tests.csproj":"23be2502b8e3fa029a9e2a292d9f4aa5259b7a7d25c264f55d7c4bc7dcc037f9","tests/backend/Kstd.Api.Tests/packages.lock.json":"7bc69e083463506291f821c93cc47ccc7cb7393f7726eacbd74ca1af758bcf60","tests/backend/coverage.runsettings":"cd916f61188ee55a263bfdb69aae11f3955c6019ab82460b771252482d23274a","tests/backend/integration.py":"b190f46f3b1e1472dc72eb5a15b56c9e3dd20839bbcf2d43a5e8fcc888d11e42","tests/backend/test-catalog.json":"15b4198966913e57e2b77d3724ce009d1540322702cae2c20a70e267999b93c8","tests/e2e/browser.mjs":"fbc1911698cb1385f77bd8ec724ab35558c770616d6734122d63484ac75f9122","tests/standards/ledger.test.mjs":"febfc7918fd579bdad38b24d8cd097b431ac980ba098cb89fadc43ed515eb76b"},"supersedes":"SCREEN-LOGIN-2026-10-20T06-05-05-039Z"}</a:t>
            </a:r>
          </a:p>
          <a:p xmlns:a="http://schemas.openxmlformats.org/drawingml/2006/main">
            <a:r>
              <a:t>증빙: {"evidence_id":"SCREEN-LIST-2026-10-20T06-15-00-647Z","rule_ids":["UI-076","UI-078"],"test_id":"SCREEN-LIST","run_id":"2026-10-20T06-15-00-647Z","commit_sha":"88f8c934cf73feb34cb1a3e55a5dd9021d65fff3","collected_at":"2026-10-20T06:15:04.147Z","environment":"darwin/arm64; Node v26.5.0; 로컬 개발환경","browser_or_assistive_technology":"Playwright Chromium 156.0.8078.4","tool_name":"Playwright Chromium 156.0.8078.4","tool_version":"1.64.1","command":"npm run test:e2e (Playwright page.screenshot)","exit_code":0,"artifact_path":"evidence/browser/2026-10-20T06-15-00-647Z/screenshots/list.png","sha256":"d8cb31f15d098391c2704f4eac8e584f51183a36d2806f03580b197fde5bb193","result":"부분확인","observed":"실제 실행화면 list, http://localhost:8000/requests, {\"width\":1440,\"height\":1100}","expected":"기록된 assertion 또는 명령의 검사 범위 통과","limitations":"실제 화면 캡처 증빙이며 원문 전체 통과/수동 보조기술 판정이 아님","source_hashes":{".editorconfig":"311c1fc21b788ee7f1b2d95a6f728dcf6c46091efd8d92c6511256f35eb82647",".github/workflows/verify.yml":"4a390628ce2fa2dea369fc88bbebe41755f8ec216a44fd9627d92e5876d45cbc","apps/api/AttachmentsController.cs":"60cf88bf5aa4677ae7037a3440168ded442dd36a702443a36b7a9d42d249dd05","apps/api/AuthController.cs":"ab883d8a00e4b7e0dec4de62ce267b4937683c7774fd4bec37e341d588bf7b57","apps/api/BusinessRules.cs":"5ae8a6e81b8b55b004c253812a988d50b53e6bdcc44a4ce0f056d8fc3a1f35d8","apps/api/Infrastructure.cs":"719d9d9452cfb51cd93911a86a670235bbf4e03b8f75f3920698a617493c3952","apps/api/Kstd.Api.csproj":"ce0e193d49bd6edb240c58edaf363e9cf78ef9481f24a5ba736ba1a6bb7f2112","apps/api/Migrations/20261020053705_InitialSchema.Designer.cs":"01a6194ccc5ab5b76eba9756a3e4401814d4a88cedfd5db974469a38ff40ead9","apps/api/Migrations/20261020053705_InitialSchema.cs":"ce824e2fb45ff7b5bdde5b63ac08a38d3050663f026e2432c3857346eef58b75","apps/api/Migrations/20261020054050_SubmissionIdempotency.Designer.cs":"29b3465f6633feae601012def741177ca7fad0f211239b87877ac0d31870f752","apps/api/Migrations/20261020054050_SubmissionIdempotency.cs":"3f885ddd3e299724757b72573345a66e3655aa526c9f8cf7db7b1f73da676fad","apps/api/Migrations/20261020055231_SessionRevocationVersion.Designer.cs":"299ba1ebcae83f07add42fb80a3a56d78044f2a6af113f11552f20f9cf4f7767","apps/api/Migrations/20261020055231_SessionRevocationVersion.cs":"e40fb1adffb2f8857dae8243027027acb75e2f59d1f04bb388be397f6c8ca0e7","apps/api/Migrations/AppDbModelSnapshot.cs":"e5991d8ec9dcb38699a8382c9d0eb2b8160fa1f2428e0abf96627e3100214679","apps/api/Models.cs":"b698839490f087787b4c80ca56cd33c742e1e93979fb8fb4d18b746c04c58327","apps/api/Program.cs":"7e57e6ad01febb36d30390d0d48f41bf546fe7c68f2a40b4bb88bd5fd2867c73","apps/api/RequestsController.cs":"d8733126947a86309ef6ba9bc105c194c0eec890f3bfb106b937b17f164c2154","apps/api/SeedData.cs":"521e8a932a862460f21d7ca14ec25bff4eaf31b85ceb641fc2f0dcf585b3db1c","apps/api/SessionCookieValidation.cs":"ccbbae8da725463284a36d5e9d30d459ef4d489301d7d8fb632fa7a4c419acf0","apps/api/appsettings.json":"9b6e0a0e0ae46f745dc45491008ec74e6d1355f223d5b8c66e6e0138c354c513","apps/api/packages.lock.json":"685eec1dd32eeae97ffdf53e014aa31e30ad3de5fd90940945dcb8d850336138","apps/web/eslint.config.js":"e84d276a983f26c686f497ff4be0b09f5561c6b5293e7aea34b94f6526ef2c0d","apps/web/index.html":"13cf5a95bb6db3511cd6cdf3526500659f0c3014aa54caf11fc86c66bc21e0ac","apps/web/package-lock.json":"9c24f397e3f3cc1fc85dac2aaf594df920745adf27e95f83fe950ec031b0f122","apps/web/package.json":"c743d89d8e11a95f0ded43d9177d292bca4ab53d538ba0b85ecb6a46bb7ed9b1","apps/web/src/App.tsx":"a368cdda57d30a8b392ca10aa4aa05eadcd12a63288c9dd056461f579acc47b5","apps/web/src/StandardsBrowser.tsx":"1b4e0fa8f2441ffd2bc163c9a735d881bf01754579dc738fd464c892e364c759","apps/web/src/api.ts":"81e9dbe645decb3ee05c770a0cb2993a3f7ff9681bcd879ba807e593109386d9","apps/web/src/export.test.ts":"303a964df3192a7c7b93cf7495a222ce90f5afbbac5c528c72b9947338660a03","apps/web/src/export.ts":"f17db765d69df297dc5cbd4c3685f2a5ac2c6b75e0eed51ae05655be0683a443","apps/web/src/main.tsx":"8dae3ef768116dd904b1e2fe0265bd83584cb6463d652725a6129c49f91f7b11","apps/web/src/navigation.test.ts":"f4d172bf00679b4213818ca6fc179bdb11b64634b705305228d9823e061c02c9","apps/web/src/navigation.ts":"30dd9bc6e7b84ad5e60cf9daca1ebb8b7ac8d5cfe248a114b5da86e9a2ffe2f4","apps/web/src/parseApi.test.ts":"bf86811be69dc6a94f550f2e9eafce7460589b080d565df259137a147389dc67","apps/web/src/styles.css":"5a0fcc8685cb54afa84cdb107c86d7264461b0a117be9985cf73052aa3193fc5","apps/web/src/ui.tsx":"f1922bd92f288ee3681fe08082a87a883b03b043c80ec8cc5f130663a03267e4","apps/web/tsconfig.json":"924ebd5d3b4d41e5c216bac9e59d98b27577a01f130ed612c7492a6b6a0128d5","apps/web/vite.config.ts":"85360771417761c3ca136a4ef9120774800a1231ccff14b16266705c91931021","dotnet-tools.json":"ee734eba2084039156471163f732c7704ce84f4f764d7037749dc01be8ece65b","global.json":"62f6485faa18a65822615e81a01e2ba5c19281cd78b59da642d416603f6b3b52","package-lock.json":"3605f34f2cc004744a2890e750258dc4c11f41931811528abab37eda8fc305ac","package.json":"99d5ad0cefa305b0bd25c9f86ba845a5902928cea557215d4b2de3e9339f2bf3","packages/ui/tokens.css":"b308a54b02c8b1aa63a046439ee1eb73c935e3cd915a47315121ea56ea249d2c","reference-package/standards_catalog.json":"f704c19fcc746a80e196fc390576d1da9930cee8394ea60763641ddfb2a2d572","scripts/backend-sbom.py":"5bc2228963a4f25f6ef7b0cb39ce7f3d134ee5ebb7ea5575711594dbfd9824ec","scripts/backend-verify.mjs":"d88a79fd3f73b87320f780c7374aad2e7c1ad005af49f117d3dda850fe9bd0c8","scripts/backend.py":"04f64d54cc86792216c79a136242ca712e5f6db538d855ce9d8abbf9f558478d","scripts/build-standards.py":"17f407653f45c27bd23ffdb09f4459e8d5e3b8b2db6355b344d2342427e3d6bc","scripts/evidence-check.mjs":"56bc921c00cc7dac976d0e6e579c788a0b7b5e35ef0e8b47520a5e2361239744","scripts/evidence-lib.mjs":"e2d8c3fca8d3642b6b2175ac6fab297d2f907bb1161847f48250f20c00648aae","scripts/generate-reports.mjs":"583f0ce00ab29165d8a2d16971dad4fb2089f8e949c2a2f39daea1c0fce7021d","scripts/manage.mjs":"07b4c1776fc6276ad2534e06fffcdaa4b6352605028a4ce12745d7e4cfa5a2e7","scripts/package-source.py":"a3bcae3c5a39fc9f77539f3d7c7c714811e51f40b48f2563bcef3efbd5b90ddc","scripts/run-checks.mjs":"b03cb625c5372a5eae1f41b8dfda59556de53d95f121efa59de36e034ecc5950","scripts/security-scan.mjs":"8bba4e1f18ef7ff8a8ef2fbc67b24c6d4d493a91558922095a3bb4a5ca076719","scripts/source-audit.py":"44a48ecb3ed64ce598063553c1b2583e90876832c45a2f7eb770bbb0cf3581ef","scripts/supply-chain.mjs":"4ff8178b26c31b013a337925320d8420657d63d650f13625a939eea68612f427","scripts/sync-public.mjs":"303118996c84b03f1de6088787a8e0d4dff2e8dd80fdcbe4dff5913dad454ffd","scripts/test-distribution.mjs":"a012b6c19157dc3dfc124e66493cdbdbee6d4d584fdfc9ddd4263d14ad95f297","standards/profiles/common.json":"b8197ac3290a82af38b3c51c6dbcaf842010cafba99bd2f6bc55f73bf004fae9","standards/profiles/csharp.json":"6a58ea79add893c6b19af01ca7189ef2f0bc02be851ca20320e305fb880ff3c8","standards/profiles/mdr-pending.json":"d1e910102b7f104c32a5b986faeca0dc4b8d5ee9c722044378b0011fabeacbcf","standards/profiles/typescript.json":"11dca2eaf4904d500f04e9fc16d7807aad33c9e207689ab4cd1a091562144474","tests/backend/Kstd.Api.Tests/BusinessRulesTests.cs":"5b158b2c60931b07e81545292145df1fa2b552d15df5fd4acb7c9d81e2d7cdbd","tests/backend/Kstd.Api.Tests/Kstd.Api.Tests.csproj":"23be2502b8e3fa029a9e2a292d9f4aa5259b7a7d25c264f55d7c4bc7dcc037f9","tests/backend/Kstd.Api.Tests/packages.lock.json":"7bc69e083463506291f821c93cc47ccc7cb7393f7726eacbd74ca1af758bcf60","tests/backend/coverage.runsettings":"cd916f61188ee55a263bfdb69aae11f3955c6019ab82460b771252482d23274a","tests/backend/integration.py":"b190f46f3b1e1472dc72eb5a15b56c9e3dd20839bbcf2d43a5e8fcc888d11e42","tests/backend/test-catalog.json":"15b4198966913e57e2b77d3724ce009d1540322702cae2c20a70e267999b93c8","tests/e2e/browser.mjs":"fbc1911698cb1385f77bd8ec724ab35558c770616d6734122d63484ac75f9122","tests/standards/ledger.test.mjs":"febfc7918fd579bdad38b24d8cd097b431ac980ba098cb89fadc43ed515eb76b"},"supersedes":"SCREEN-LIST-2026-10-20T06-05-05-039Z"}</a:t>
            </a:r>
          </a:p>
          <a:p xmlns:a="http://schemas.openxmlformats.org/drawingml/2006/main">
            <a:r>
              <a:t>적용 사례: {"rule_id":"SEC-007","code_refs":["apps/api/Program.cs#AddCookie","apps/api/SessionCookieValidation.cs#SessionCookieValidation.ValidatePrincipal","apps/api/AuthController.cs#AuthController.IssueSession","apps/api/AuthController.cs#AuthController.Logout","apps/api/AuthController.cs#AuthController.Extend","apps/web/src/App.tsx#App"],"test_refs":["AUTO-BACKEND","MAN-SEC-007"],"evidence_ids":["AUTO-BACKEND-2026-10-20T06-17-05-753Z"],"auto_result":"부분확인","manual_result":"미실행","final_result":"부분확인"}</a:t>
            </a:r>
          </a:p>
          <a:p xmlns:a="http://schemas.openxmlformats.org/drawingml/2006/main">
            <a:r>
              <a:t>적용 사례: {"rule_id":"UI-033","code_refs":["apps/web/src/StandardsBrowser.tsx#StandardsBrowser"],"test_refs":["MAN-UI-033"],"evidence_ids":[],"auto_result":"미실행","manual_result":"미실행","final_result":"미실행"}</a:t>
            </a:r>
          </a:p>
          <a:p xmlns:a="http://schemas.openxmlformats.org/drawingml/2006/main">
            <a:r>
              <a:t>적용 사례: {"rule_id":"UI-034","code_refs":["apps/web/src/App.tsx#Dashboard","apps/web/src/App.tsx#Login","apps/web/src/styles.css"],"test_refs":["MAN-UI-034"],"evidence_ids":[],"auto_result":"미실행","manual_result":"미실행","final_result":"미실행"}</a:t>
            </a:r>
          </a:p>
          <a:p xmlns:a="http://schemas.openxmlformats.org/drawingml/2006/main">
            <a:r>
              <a:t>적용 사례: {"rule_id":"UI-055","code_refs":["apps/web/src/App.tsx#RequestWizard","apps/web/src/App.tsx#Login","apps/web/src/App.tsx#RequestDetail"],"test_refs":["MAN-UI-055"],"evidence_ids":[],"auto_result":"미실행","manual_result":"미실행","final_result":"미실행"}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evidence/index.json</a:t>
            </a:r>
          </a:p>
          <a:p xmlns:a="http://schemas.openxmlformats.org/drawingml/2006/main">
            <a:r>
              <a:t>증빙: {"evidence_id":"SCREEN-FORM-ERROR-2026-10-20T06-15-00-647Z","rule_ids":["KWA-028","WCA-048","WCA-050"],"test_id":"SCREEN-FORM-ERROR","run_id":"2026-10-20T06-15-00-647Z","commit_sha":"88f8c934cf73feb34cb1a3e55a5dd9021d65fff3","collected_at":"2026-10-20T06:15:02.106Z","environment":"darwin/arm64; Node v26.5.0; 로컬 개발환경","browser_or_assistive_technology":"Playwright Chromium 156.0.8078.4","tool_name":"Playwright Chromium 156.0.8078.4","tool_version":"1.64.1","command":"npm run test:e2e (Playwright page.screenshot)","exit_code":0,"artifact_path":"evidence/browser/2026-10-20T06-15-00-647Z/screenshots/form-error.png","sha256":"4e307ce1ecdc495a6c23731b88da323d25b518d904c76ce2d1c8ea7b59fd1e5c","result":"부분확인","observed":"실제 실행화면 form-error, http://localhost:8000/requests/new, {\"width\":1440,\"height\":1100}","expected":"기록된 assertion 또는 명령의 검사 범위 통과","limitations":"실제 화면 캡처 증빙이며 원문 전체 통과/수동 보조기술 판정이 아님","source_hashes":{".editorconfig":"311c1fc21b788ee7f1b2d95a6f728dcf6c46091efd8d92c6511256f35eb82647",".github/workflows/verify.yml":"4a390628ce2fa2dea369fc88bbebe41755f8ec216a44fd9627d92e5876d45cbc","apps/api/AttachmentsController.cs":"60cf88bf5aa4677ae7037a3440168ded442dd36a702443a36b7a9d42d249dd05","apps/api/AuthController.cs":"ab883d8a00e4b7e0dec4de62ce267b4937683c7774fd4bec37e341d588bf7b57","apps/api/BusinessRules.cs":"5ae8a6e81b8b55b004c253812a988d50b53e6bdcc44a4ce0f056d8fc3a1f35d8","apps/api/Infrastructure.cs":"719d9d9452cfb51cd93911a86a670235bbf4e03b8f75f3920698a617493c3952","apps/api/Kstd.Api.csproj":"ce0e193d49bd6edb240c58edaf363e9cf78ef9481f24a5ba736ba1a6bb7f2112","apps/api/Migrations/20261020053705_InitialSchema.Designer.cs":"01a6194ccc5ab5b76eba9756a3e4401814d4a88cedfd5db974469a38ff40ead9","apps/api/Migrations/20261020053705_InitialSchema.cs":"ce824e2fb45ff7b5bdde5b63ac08a38d3050663f026e2432c3857346eef58b75","apps/api/Migrations/20261020054050_SubmissionIdempotency.Designer.cs":"29b3465f6633feae601012def741177ca7fad0f211239b87877ac0d31870f752","apps/api/Migrations/20261020054050_SubmissionIdempotency.cs":"3f885ddd3e299724757b72573345a66e3655aa526c9f8cf7db7b1f73da676fad","apps/api/Migrations/20261020055231_SessionRevocationVersion.Designer.cs":"299ba1ebcae83f07add42fb80a3a56d78044f2a6af113f11552f20f9cf4f7767","apps/api/Migrations/20261020055231_SessionRevocationVersion.cs":"e40fb1adffb2f8857dae8243027027acb75e2f59d1f04bb388be397f6c8ca0e7","apps/api/Migrations/AppDbModelSnapshot.cs":"e5991d8ec9dcb38699a8382c9d0eb2b8160fa1f2428e0abf96627e3100214679","apps/api/Models.cs":"b698839490f087787b4c80ca56cd33c742e1e93979fb8fb4d18b746c04c58327","apps/api/Program.cs":"7e57e6ad01febb36d30390d0d48f41bf546fe7c68f2a40b4bb88bd5fd2867c73","apps/api/RequestsController.cs":"d8733126947a86309ef6ba9bc105c194c0eec890f3bfb106b937b17f164c2154","apps/api/SeedData.cs":"521e8a932a862460f21d7ca14ec25bff4eaf31b85ceb641fc2f0dcf585b3db1c","apps/api/SessionCookieValidation.cs":"ccbbae8da725463284a36d5e9d30d459ef4d489301d7d8fb632fa7a4c419acf0","apps/api/appsettings.json":"9b6e0a0e0ae46f745dc45491008ec74e6d1355f223d5b8c66e6e0138c354c513","apps/api/packages.lock.json":"685eec1dd32eeae97ffdf53e014aa31e30ad3de5fd90940945dcb8d850336138","apps/web/eslint.config.js":"e84d276a983f26c686f497ff4be0b09f5561c6b5293e7aea34b94f6526ef2c0d","apps/web/index.html":"13cf5a95bb6db3511cd6cdf3526500659f0c3014aa54caf11fc86c66bc21e0ac","apps/web/package-lock.json":"9c24f397e3f3cc1fc85dac2aaf594df920745adf27e95f83fe950ec031b0f122","apps/web/package.json":"c743d89d8e11a95f0ded43d9177d292bca4ab53d538ba0b85ecb6a46bb7ed9b1","apps/web/src/App.tsx":"a368cdda57d30a8b392ca10aa4aa05eadcd12a63288c9dd056461f579acc47b5","apps/web/src/StandardsBrowser.tsx":"1b4e0fa8f2441ffd2bc163c9a735d881bf01754579dc738fd464c892e364c759","apps/web/src/api.ts":"81e9dbe645decb3ee05c770a0cb2993a3f7ff9681bcd879ba807e593109386d9","apps/web/src/export.test.ts":"303a964df3192a7c7b93cf7495a222ce90f5afbbac5c528c72b9947338660a03","apps/web/src/export.ts":"f17db765d69df297dc5cbd4c3685f2a5ac2c6b75e0eed51ae05655be0683a443","apps/web/src/main.tsx":"8dae3ef768116dd904b1e2fe0265bd83584cb6463d652725a6129c49f91f7b11","apps/web/src/navigation.test.ts":"f4d172bf00679b4213818ca6fc179bdb11b64634b705305228d9823e061c02c9","apps/web/src/navigation.ts":"30dd9bc6e7b84ad5e60cf9daca1ebb8b7ac8d5cfe248a114b5da86e9a2ffe2f4","apps/web/src/parseApi.test.ts":"bf86811be69dc6a94f550f2e9eafce7460589b080d565df259137a147389dc67","apps/web/src/styles.css":"5a0fcc8685cb54afa84cdb107c86d7264461b0a117be9985cf73052aa3193fc5","apps/web/src/ui.tsx":"f1922bd92f288ee3681fe08082a87a883b03b043c80ec8cc5f130663a03267e4","apps/web/tsconfig.json":"924ebd5d3b4d41e5c216bac9e59d98b27577a01f130ed612c7492a6b6a0128d5","apps/web/vite.config.ts":"85360771417761c3ca136a4ef9120774800a1231ccff14b16266705c91931021","dotnet-tools.json":"ee734eba2084039156471163f732c7704ce84f4f764d7037749dc01be8ece65b","global.json":"62f6485faa18a65822615e81a01e2ba5c19281cd78b59da642d416603f6b3b52","package-lock.json":"3605f34f2cc004744a2890e750258dc4c11f41931811528abab37eda8fc305ac","package.json":"99d5ad0cefa305b0bd25c9f86ba845a5902928cea557215d4b2de3e9339f2bf3","packages/ui/tokens.css":"b308a54b02c8b1aa63a046439ee1eb73c935e3cd915a47315121ea56ea249d2c","reference-package/standards_catalog.json":"f704c19fcc746a80e196fc390576d1da9930cee8394ea60763641ddfb2a2d572","scripts/backend-sbom.py":"5bc2228963a4f25f6ef7b0cb39ce7f3d134ee5ebb7ea5575711594dbfd9824ec","scripts/backend-verify.mjs":"d88a79fd3f73b87320f780c7374aad2e7c1ad005af49f117d3dda850fe9bd0c8","scripts/backend.py":"04f64d54cc86792216c79a136242ca712e5f6db538d855ce9d8abbf9f558478d","scripts/build-standards.py":"17f407653f45c27bd23ffdb09f4459e8d5e3b8b2db6355b344d2342427e3d6bc","scripts/evidence-check.mjs":"56bc921c00cc7dac976d0e6e579c788a0b7b5e35ef0e8b47520a5e2361239744","scripts/evidence-lib.mjs":"e2d8c3fca8d3642b6b2175ac6fab297d2f907bb1161847f48250f20c00648aae","scripts/generate-reports.mjs":"583f0ce00ab29165d8a2d16971dad4fb2089f8e949c2a2f39daea1c0fce7021d","scripts/manage.mjs":"07b4c1776fc6276ad2534e06fffcdaa4b6352605028a4ce12745d7e4cfa5a2e7","scripts/package-source.py":"a3bcae3c5a39fc9f77539f3d7c7c714811e51f40b48f2563bcef3efbd5b90ddc","scripts/run-checks.mjs":"b03cb625c5372a5eae1f41b8dfda59556de53d95f121efa59de36e034ecc5950","scripts/security-scan.mjs":"8bba4e1f18ef7ff8a8ef2fbc67b24c6d4d493a91558922095a3bb4a5ca076719","scripts/source-audit.py":"44a48ecb3ed64ce598063553c1b2583e90876832c45a2f7eb770bbb0cf3581ef","scripts/supply-chain.mjs":"4ff8178b26c31b013a337925320d8420657d63d650f13625a939eea68612f427","scripts/sync-public.mjs":"303118996c84b03f1de6088787a8e0d4dff2e8dd80fdcbe4dff5913dad454ffd","scripts/test-distribution.mjs":"a012b6c19157dc3dfc124e66493cdbdbee6d4d584fdfc9ddd4263d14ad95f297","standards/profiles/common.json":"b8197ac3290a82af38b3c51c6dbcaf842010cafba99bd2f6bc55f73bf004fae9","standards/profiles/csharp.json":"6a58ea79add893c6b19af01ca7189ef2f0bc02be851ca20320e305fb880ff3c8","standards/profiles/mdr-pending.json":"d1e910102b7f104c32a5b986faeca0dc4b8d5ee9c722044378b0011fabeacbcf","standards/profiles/typescript.json":"11dca2eaf4904d500f04e9fc16d7807aad33c9e207689ab4cd1a091562144474","tests/backend/Kstd.Api.Tests/BusinessRulesTests.cs":"5b158b2c60931b07e81545292145df1fa2b552d15df5fd4acb7c9d81e2d7cdbd","tests/backend/Kstd.Api.Tests/Kstd.Api.Tests.csproj":"23be2502b8e3fa029a9e2a292d9f4aa5259b7a7d25c264f55d7c4bc7dcc037f9","tests/backend/Kstd.Api.Tests/packages.lock.json":"7bc69e083463506291f821c93cc47ccc7cb7393f7726eacbd74ca1af758bcf60","tests/backend/coverage.runsettings":"cd916f61188ee55a263bfdb69aae11f3955c6019ab82460b771252482d23274a","tests/backend/integration.py":"b190f46f3b1e1472dc72eb5a15b56c9e3dd20839bbcf2d43a5e8fcc888d11e42","tests/backend/test-catalog.json":"15b4198966913e57e2b77d3724ce009d1540322702cae2c20a70e267999b93c8","tests/e2e/browser.mjs":"fbc1911698cb1385f77bd8ec724ab35558c770616d6734122d63484ac75f9122","tests/standards/ledger.test.mjs":"febfc7918fd579bdad38b24d8cd097b431ac980ba098cb89fadc43ed515eb76b"},"supersedes":"SCREEN-FORM-ERROR-2026-10-20T06-05-05-039Z"}</a:t>
            </a:r>
          </a:p>
          <a:p xmlns:a="http://schemas.openxmlformats.org/drawingml/2006/main">
            <a:r>
              <a:t>증빙: {"evidence_id":"SCREEN-COMPLETE-2026-10-20T06-15-00-647Z","rule_ids":["WCA-055","KWA-031"],"test_id":"SCREEN-COMPLETE","run_id":"2026-10-20T06-15-00-647Z","commit_sha":"88f8c934cf73feb34cb1a3e55a5dd9021d65fff3","collected_at":"2026-10-20T06:15:02.718Z","environment":"darwin/arm64; Node v26.5.0; 로컬 개발환경","browser_or_assistive_technology":"Playwright Chromium 156.0.8078.4","tool_name":"Playwright Chromium 156.0.8078.4","tool_version":"1.64.1","command":"npm run test:e2e (Playwright page.screenshot)","exit_code":0,"artifact_path":"evidence/browser/2026-10-20T06-15-00-647Z/screenshots/complete.png","sha256":"77ba00249f30b5a8de0267e9cd2a1ca66946546f6880ff088d701f18b07613f5","result":"부분확인","observed":"실제 실행화면 complete, http://localhost:8000/requests/new, {\"width\":1440,\"height\":1100}","expected":"기록된 assertion 또는 명령의 검사 범위 통과","limitations":"실제 화면 캡처 증빙이며 원문 전체 통과/수동 보조기술 판정이 아님","source_hashes":{".editorconfig":"311c1fc21b788ee7f1b2d95a6f728dcf6c46091efd8d92c6511256f35eb82647",".github/workflows/verify.yml":"4a390628ce2fa2dea369fc88bbebe41755f8ec216a44fd9627d92e5876d45cbc","apps/api/AttachmentsController.cs":"60cf88bf5aa4677ae7037a3440168ded442dd36a702443a36b7a9d42d249dd05","apps/api/AuthController.cs":"ab883d8a00e4b7e0dec4de62ce267b4937683c7774fd4bec37e341d588bf7b57","apps/api/BusinessRules.cs":"5ae8a6e81b8b55b004c253812a988d50b53e6bdcc44a4ce0f056d8fc3a1f35d8","apps/api/Infrastructure.cs":"719d9d9452cfb51cd93911a86a670235bbf4e03b8f75f3920698a617493c3952","apps/api/Kstd.Api.csproj":"ce0e193d49bd6edb240c58edaf363e9cf78ef9481f24a5ba736ba1a6bb7f2112","apps/api/Migrations/20261020053705_InitialSchema.Designer.cs":"01a6194ccc5ab5b76eba9756a3e4401814d4a88cedfd5db974469a38ff40ead9","apps/api/Migrations/20261020053705_InitialSchema.cs":"ce824e2fb45ff7b5bdde5b63ac08a38d3050663f026e2432c3857346eef58b75","apps/api/Migrations/20261020054050_SubmissionIdempotency.Designer.cs":"29b3465f6633feae601012def741177ca7fad0f211239b87877ac0d31870f752","apps/api/Migrations/20261020054050_SubmissionIdempotency.cs":"3f885ddd3e299724757b72573345a66e3655aa526c9f8cf7db7b1f73da676fad","apps/api/Migrations/20261020055231_SessionRevocationVersion.Designer.cs":"299ba1ebcae83f07add42fb80a3a56d78044f2a6af113f11552f20f9cf4f7767","apps/api/Migrations/20261020055231_SessionRevocationVersion.cs":"e40fb1adffb2f8857dae8243027027acb75e2f59d1f04bb388be397f6c8ca0e7","apps/api/Migrations/AppDbModelSnapshot.cs":"e5991d8ec9dcb38699a8382c9d0eb2b8160fa1f2428e0abf96627e3100214679","apps/api/Models.cs":"b698839490f087787b4c80ca56cd33c742e1e93979fb8fb4d18b746c04c58327","apps/api/Program.cs":"7e57e6ad01febb36d30390d0d48f41bf546fe7c68f2a40b4bb88bd5fd2867c73","apps/api/RequestsController.cs":"d8733126947a86309ef6ba9bc105c194c0eec890f3bfb106b937b17f164c2154","apps/api/SeedData.cs":"521e8a932a862460f21d7ca14ec25bff4eaf31b85ceb641fc2f0dcf585b3db1c","apps/api/SessionCookieValidation.cs":"ccbbae8da725463284a36d5e9d30d459ef4d489301d7d8fb632fa7a4c419acf0","apps/api/appsettings.json":"9b6e0a0e0ae46f745dc45491008ec74e6d1355f223d5b8c66e6e0138c354c513","apps/api/packages.lock.json":"685eec1dd32eeae97ffdf53e014aa31e30ad3de5fd90940945dcb8d850336138","apps/web/eslint.config.js":"e84d276a983f26c686f497ff4be0b09f5561c6b5293e7aea34b94f6526ef2c0d","apps/web/index.html":"13cf5a95bb6db3511cd6cdf3526500659f0c3014aa54caf11fc86c66bc21e0ac","apps/web/package-lock.json":"9c24f397e3f3cc1fc85dac2aaf594df920745adf27e95f83fe950ec031b0f122","apps/web/package.json":"c743d89d8e11a95f0ded43d9177d292bca4ab53d538ba0b85ecb6a46bb7ed9b1","apps/web/src/App.tsx":"a368cdda57d30a8b392ca10aa4aa05eadcd12a63288c9dd056461f579acc47b5","apps/web/src/StandardsBrowser.tsx":"1b4e0fa8f2441ffd2bc163c9a735d881bf01754579dc738fd464c892e364c759","apps/web/src/api.ts":"81e9dbe645decb3ee05c770a0cb2993a3f7ff9681bcd879ba807e593109386d9","apps/web/src/export.test.ts":"303a964df3192a7c7b93cf7495a222ce90f5afbbac5c528c72b9947338660a03","apps/web/src/export.ts":"f17db765d69df297dc5cbd4c3685f2a5ac2c6b75e0eed51ae05655be0683a443","apps/web/src/main.tsx":"8dae3ef768116dd904b1e2fe0265bd83584cb6463d652725a6129c49f91f7b11","apps/web/src/navigation.test.ts":"f4d172bf00679b4213818ca6fc179bdb11b64634b705305228d9823e061c02c9","apps/web/src/navigation.ts":"30dd9bc6e7b84ad5e60cf9daca1ebb8b7ac8d5cfe248a114b5da86e9a2ffe2f4","apps/web/src/parseApi.test.ts":"bf86811be69dc6a94f550f2e9eafce7460589b080d565df259137a147389dc67","apps/web/src/styles.css":"5a0fcc8685cb54afa84cdb107c86d7264461b0a117be9985cf73052aa3193fc5","apps/web/src/ui.tsx":"f1922bd92f288ee3681fe08082a87a883b03b043c80ec8cc5f130663a03267e4","apps/web/tsconfig.json":"924ebd5d3b4d41e5c216bac9e59d98b27577a01f130ed612c7492a6b6a0128d5","apps/web/vite.config.ts":"85360771417761c3ca136a4ef9120774800a1231ccff14b16266705c91931021","dotnet-tools.json":"ee734eba2084039156471163f732c7704ce84f4f764d7037749dc01be8ece65b","global.json":"62f6485faa18a65822615e81a01e2ba5c19281cd78b59da642d416603f6b3b52","package-lock.json":"3605f34f2cc004744a2890e750258dc4c11f41931811528abab37eda8fc305ac","package.json":"99d5ad0cefa305b0bd25c9f86ba845a5902928cea557215d4b2de3e9339f2bf3","packages/ui/tokens.css":"b308a54b02c8b1aa63a046439ee1eb73c935e3cd915a47315121ea56ea249d2c","reference-package/standards_catalog.json":"f704c19fcc746a80e196fc390576d1da9930cee8394ea60763641ddfb2a2d572","scripts/backend-sbom.py":"5bc2228963a4f25f6ef7b0cb39ce7f3d134ee5ebb7ea5575711594dbfd9824ec","scripts/backend-verify.mjs":"d88a79fd3f73b87320f780c7374aad2e7c1ad005af49f117d3dda850fe9bd0c8","scripts/backend.py":"04f64d54cc86792216c79a136242ca712e5f6db538d855ce9d8abbf9f558478d","scripts/build-standards.py":"17f407653f45c27bd23ffdb09f4459e8d5e3b8b2db6355b344d2342427e3d6bc","scripts/evidence-check.mjs":"56bc921c00cc7dac976d0e6e579c788a0b7b5e35ef0e8b47520a5e2361239744","scripts/evidence-lib.mjs":"e2d8c3fca8d3642b6b2175ac6fab297d2f907bb1161847f48250f20c00648aae","scripts/generate-reports.mjs":"583f0ce00ab29165d8a2d16971dad4fb2089f8e949c2a2f39daea1c0fce7021d","scripts/manage.mjs":"07b4c1776fc6276ad2534e06fffcdaa4b6352605028a4ce12745d7e4cfa5a2e7","scripts/package-source.py":"a3bcae3c5a39fc9f77539f3d7c7c714811e51f40b48f2563bcef3efbd5b90ddc","scripts/run-checks.mjs":"b03cb625c5372a5eae1f41b8dfda59556de53d95f121efa59de36e034ecc5950","scripts/security-scan.mjs":"8bba4e1f18ef7ff8a8ef2fbc67b24c6d4d493a91558922095a3bb4a5ca076719","scripts/source-audit.py":"44a48ecb3ed64ce598063553c1b2583e90876832c45a2f7eb770bbb0cf3581ef","scripts/supply-chain.mjs":"4ff8178b26c31b013a337925320d8420657d63d650f13625a939eea68612f427","scripts/sync-public.mjs":"303118996c84b03f1de6088787a8e0d4dff2e8dd80fdcbe4dff5913dad454ffd","scripts/test-distribution.mjs":"a012b6c19157dc3dfc124e66493cdbdbee6d4d584fdfc9ddd4263d14ad95f297","standards/profiles/common.json":"b8197ac3290a82af38b3c51c6dbcaf842010cafba99bd2f6bc55f73bf004fae9","standards/profiles/csharp.json":"6a58ea79add893c6b19af01ca7189ef2f0bc02be851ca20320e305fb880ff3c8","standards/profiles/mdr-pending.json":"d1e910102b7f104c32a5b986faeca0dc4b8d5ee9c722044378b0011fabeacbcf","standards/profiles/typescript.json":"11dca2eaf4904d500f04e9fc16d7807aad33c9e207689ab4cd1a091562144474","tests/backend/Kstd.Api.Tests/BusinessRulesTests.cs":"5b158b2c60931b07e81545292145df1fa2b552d15df5fd4acb7c9d81e2d7cdbd","tests/backend/Kstd.Api.Tests/Kstd.Api.Tests.csproj":"23be2502b8e3fa029a9e2a292d9f4aa5259b7a7d25c264f55d7c4bc7dcc037f9","tests/backend/Kstd.Api.Tests/packages.lock.json":"7bc69e083463506291f821c93cc47ccc7cb7393f7726eacbd74ca1af758bcf60","tests/backend/coverage.runsettings":"cd916f61188ee55a263bfdb69aae11f3955c6019ab82460b771252482d23274a","tests/backend/integration.py":"b190f46f3b1e1472dc72eb5a15b56c9e3dd20839bbcf2d43a5e8fcc888d11e42","tests/backend/test-catalog.json":"15b4198966913e57e2b77d3724ce009d1540322702cae2c20a70e267999b93c8","tests/e2e/browser.mjs":"fbc1911698cb1385f77bd8ec724ab35558c770616d6734122d63484ac75f9122","tests/standards/ledger.test.mjs":"febfc7918fd579bdad38b24d8cd097b431ac980ba098cb89fadc43ed515eb76b"},"supersedes":"SCREEN-COMPLETE-2026-10-20T06-05-05-039Z"}</a:t>
            </a:r>
          </a:p>
          <a:p xmlns:a="http://schemas.openxmlformats.org/drawingml/2006/main">
            <a:r>
              <a:t>적용 사례: {"rule_id":"UI-056","code_refs":["apps/web/src/App.tsx#RequestWizard","apps/web/src/App.tsx#Login","apps/web/src/App.tsx#RequestDetail"],"test_refs":["MAN-UI-056"],"evidence_ids":[],"auto_result":"미실행","manual_result":"미실행","final_result":"미실행"}</a:t>
            </a:r>
          </a:p>
          <a:p xmlns:a="http://schemas.openxmlformats.org/drawingml/2006/main">
            <a:r>
              <a:t>적용 사례: {"rule_id":"UI-068","code_refs":["apps/web/src/App.tsx#RequestWizard","apps/web/src/api.ts#ApiError","apps/web/src/api.ts#parseFieldErrors","apps/web/src/ui.tsx#ErrorBox"],"test_refs":["SCREEN-SERVER-ERROR","SCREEN-SERVER-VALIDATION","MAN-UI-068"],"evidence_ids":["SCREEN-SERVER-ERROR-2026-10-20T06-15-00-647Z","SCREEN-SERVER-VALIDATION-2026-10-20T06-15-00-647Z"],"auto_result":"미실행","manual_result":"미실행","final_result":"부분확인"}</a:t>
            </a:r>
          </a:p>
          <a:p xmlns:a="http://schemas.openxmlformats.org/drawingml/2006/main">
            <a:r>
              <a:t>적용 사례: {"rule_id":"UI-069","code_refs":["apps/web/src/App.tsx#RequestWizard"],"test_refs":["MAN-UI-069"],"evidence_ids":[],"auto_result":"미실행","manual_result":"미실행","final_result":"미실행"}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standards/tests.json</a:t>
            </a:r>
          </a:p>
          <a:p xmlns:a="http://schemas.openxmlformats.org/drawingml/2006/main">
            <a:r>
              <a:t>출처: evidence/index.json</a:t>
            </a:r>
          </a:p>
          <a:p xmlns:a="http://schemas.openxmlformats.org/drawingml/2006/main">
            <a:r>
              <a:t>증빙: {"evidence_id":"SCREEN-MODAL-2026-10-20T06-15-00-647Z","rule_ids":["KWA-011","WCA-022","WCA-029"],"test_id":"SCREEN-MODAL","run_id":"2026-10-20T06-15-00-647Z","commit_sha":"88f8c934cf73feb34cb1a3e55a5dd9021d65fff3","collected_at":"2026-10-20T06:15:03.739Z","environment":"darwin/arm64; Node v26.5.0; 로컬 개발환경","browser_or_assistive_technology":"Playwright Chromium 156.0.8078.4","tool_name":"Playwright Chromium 156.0.8078.4","tool_version":"1.64.1","command":"npm run test:e2e (Playwright page.screenshot)","exit_code":0,"artifact_path":"evidence/browser/2026-10-20T06-15-00-647Z/screenshots/modal.png","sha256":"2b5be3c554ba3e148cec6e1c3c03bdc68a54f942420f3e23ebc02b2190f59b14","result":"부분확인","observed":"실제 실행화면 modal, http://localhost:8000/requests/14, {\"width\":1440,\"height\":1100}","expected":"기록된 assertion 또는 명령의 검사 범위 통과","limitations":"실제 화면 캡처 증빙이며 원문 전체 통과/수동 보조기술 판정이 아님","source_hashes":{".editorconfig":"311c1fc21b788ee7f1b2d95a6f728dcf6c46091efd8d92c6511256f35eb82647",".github/workflows/verify.yml":"4a390628ce2fa2dea369fc88bbebe41755f8ec216a44fd9627d92e5876d45cbc","apps/api/AttachmentsController.cs":"60cf88bf5aa4677ae7037a3440168ded442dd36a702443a36b7a9d42d249dd05","apps/api/AuthController.cs":"ab883d8a00e4b7e0dec4de62ce267b4937683c7774fd4bec37e341d588bf7b57","apps/api/BusinessRules.cs":"5ae8a6e81b8b55b004c253812a988d50b53e6bdcc44a4ce0f056d8fc3a1f35d8","apps/api/Infrastructure.cs":"719d9d9452cfb51cd93911a86a670235bbf4e03b8f75f3920698a617493c3952","apps/api/Kstd.Api.csproj":"ce0e193d49bd6edb240c58edaf363e9cf78ef9481f24a5ba736ba1a6bb7f2112","apps/api/Migrations/20261020053705_InitialSchema.Designer.cs":"01a6194ccc5ab5b76eba9756a3e4401814d4a88cedfd5db974469a38ff40ead9","apps/api/Migrations/20261020053705_InitialSchema.cs":"ce824e2fb45ff7b5bdde5b63ac08a38d3050663f026e2432c3857346eef58b75","apps/api/Migrations/20261020054050_SubmissionIdempotency.Designer.cs":"29b3465f6633feae601012def741177ca7fad0f211239b87877ac0d31870f752","apps/api/Migrations/20261020054050_SubmissionIdempotency.cs":"3f885ddd3e299724757b72573345a66e3655aa526c9f8cf7db7b1f73da676fad","apps/api/Migrations/20261020055231_SessionRevocationVersion.Designer.cs":"299ba1ebcae83f07add42fb80a3a56d78044f2a6af113f11552f20f9cf4f7767","apps/api/Migrations/20261020055231_SessionRevocationVersion.cs":"e40fb1adffb2f8857dae8243027027acb75e2f59d1f04bb388be397f6c8ca0e7","apps/api/Migrations/AppDbModelSnapshot.cs":"e5991d8ec9dcb38699a8382c9d0eb2b8160fa1f2428e0abf96627e3100214679","apps/api/Models.cs":"b698839490f087787b4c80ca56cd33c742e1e93979fb8fb4d18b746c04c58327","apps/api/Program.cs":"7e57e6ad01febb36d30390d0d48f41bf546fe7c68f2a40b4bb88bd5fd2867c73","apps/api/RequestsController.cs":"d8733126947a86309ef6ba9bc105c194c0eec890f3bfb106b937b17f164c2154","apps/api/SeedData.cs":"521e8a932a862460f21d7ca14ec25bff4eaf31b85ceb641fc2f0dcf585b3db1c","apps/api/SessionCookieValidation.cs":"ccbbae8da725463284a36d5e9d30d459ef4d489301d7d8fb632fa7a4c419acf0","apps/api/appsettings.json":"9b6e0a0e0ae46f745dc45491008ec74e6d1355f223d5b8c66e6e0138c354c513","apps/api/packages.lock.json":"685eec1dd32eeae97ffdf53e014aa31e30ad3de5fd90940945dcb8d850336138","apps/web/eslint.config.js":"e84d276a983f26c686f497ff4be0b09f5561c6b5293e7aea34b94f6526ef2c0d","apps/web/index.html":"13cf5a95bb6db3511cd6cdf3526500659f0c3014aa54caf11fc86c66bc21e0ac","apps/web/package-lock.json":"9c24f397e3f3cc1fc85dac2aaf594df920745adf27e95f83fe950ec031b0f122","apps/web/package.json":"c743d89d8e11a95f0ded43d9177d292bca4ab53d538ba0b85ecb6a46bb7ed9b1","apps/web/src/App.tsx":"a368cdda57d30a8b392ca10aa4aa05eadcd12a63288c9dd056461f579acc47b5","apps/web/src/StandardsBrowser.tsx":"1b4e0fa8f2441ffd2bc163c9a735d881bf01754579dc738fd464c892e364c759","apps/web/src/api.ts":"81e9dbe645decb3ee05c770a0cb2993a3f7ff9681bcd879ba807e593109386d9","apps/web/src/export.test.ts":"303a964df3192a7c7b93cf7495a222ce90f5afbbac5c528c72b9947338660a03","apps/web/src/export.ts":"f17db765d69df297dc5cbd4c3685f2a5ac2c6b75e0eed51ae05655be0683a443","apps/web/src/main.tsx":"8dae3ef768116dd904b1e2fe0265bd83584cb6463d652725a6129c49f91f7b11","apps/web/src/navigation.test.ts":"f4d172bf00679b4213818ca6fc179bdb11b64634b705305228d9823e061c02c9","apps/web/src/navigation.ts":"30dd9bc6e7b84ad5e60cf9daca1ebb8b7ac8d5cfe248a114b5da86e9a2ffe2f4","apps/web/src/parseApi.test.ts":"bf86811be69dc6a94f550f2e9eafce7460589b080d565df259137a147389dc67","apps/web/src/styles.css":"5a0fcc8685cb54afa84cdb107c86d7264461b0a117be9985cf73052aa3193fc5","apps/web/src/ui.tsx":"f1922bd92f288ee3681fe08082a87a883b03b043c80ec8cc5f130663a03267e4","apps/web/tsconfig.json":"924ebd5d3b4d41e5c216bac9e59d98b27577a01f130ed612c7492a6b6a0128d5","apps/web/vite.config.ts":"85360771417761c3ca136a4ef9120774800a1231ccff14b16266705c91931021","dotnet-tools.json":"ee734eba2084039156471163f732c7704ce84f4f764d7037749dc01be8ece65b","global.json":"62f6485faa18a65822615e81a01e2ba5c19281cd78b59da642d416603f6b3b52","package-lock.json":"3605f34f2cc004744a2890e750258dc4c11f41931811528abab37eda8fc305ac","package.json":"99d5ad0cefa305b0bd25c9f86ba845a5902928cea557215d4b2de3e9339f2bf3","packages/ui/tokens.css":"b308a54b02c8b1aa63a046439ee1eb73c935e3cd915a47315121ea56ea249d2c","reference-package/standards_catalog.json":"f704c19fcc746a80e196fc390576d1da9930cee8394ea60763641ddfb2a2d572","scripts/backend-sbom.py":"5bc2228963a4f25f6ef7b0cb39ce7f3d134ee5ebb7ea5575711594dbfd9824ec","scripts/backend-verify.mjs":"d88a79fd3f73b87320f780c7374aad2e7c1ad005af49f117d3dda850fe9bd0c8","scripts/backend.py":"04f64d54cc86792216c79a136242ca712e5f6db538d855ce9d8abbf9f558478d","scripts/build-standards.py":"17f407653f45c27bd23ffdb09f4459e8d5e3b8b2db6355b344d2342427e3d6bc","scripts/evidence-check.mjs":"56bc921c00cc7dac976d0e6e579c788a0b7b5e35ef0e8b47520a5e2361239744","scripts/evidence-lib.mjs":"e2d8c3fca8d3642b6b2175ac6fab297d2f907bb1161847f48250f20c00648aae","scripts/generate-reports.mjs":"583f0ce00ab29165d8a2d16971dad4fb2089f8e949c2a2f39daea1c0fce7021d","scripts/manage.mjs":"07b4c1776fc6276ad2534e06fffcdaa4b6352605028a4ce12745d7e4cfa5a2e7","scripts/package-source.py":"a3bcae3c5a39fc9f77539f3d7c7c714811e51f40b48f2563bcef3efbd5b90ddc","scripts/run-checks.mjs":"b03cb625c5372a5eae1f41b8dfda59556de53d95f121efa59de36e034ecc5950","scripts/security-scan.mjs":"8bba4e1f18ef7ff8a8ef2fbc67b24c6d4d493a91558922095a3bb4a5ca076719","scripts/source-audit.py":"44a48ecb3ed64ce598063553c1b2583e90876832c45a2f7eb770bbb0cf3581ef","scripts/supply-chain.mjs":"4ff8178b26c31b013a337925320d8420657d63d650f13625a939eea68612f427","scripts/sync-public.mjs":"303118996c84b03f1de6088787a8e0d4dff2e8dd80fdcbe4dff5913dad454ffd","scripts/test-distribution.mjs":"a012b6c19157dc3dfc124e66493cdbdbee6d4d584fdfc9ddd4263d14ad95f297","standards/profiles/common.json":"b8197ac3290a82af38b3c51c6dbcaf842010cafba99bd2f6bc55f73bf004fae9","standards/profiles/csharp.json":"6a58ea79add893c6b19af01ca7189ef2f0bc02be851ca20320e305fb880ff3c8","standards/profiles/mdr-pending.json":"d1e910102b7f104c32a5b986faeca0dc4b8d5ee9c722044378b0011fabeacbcf","standards/profiles/typescript.json":"11dca2eaf4904d500f04e9fc16d7807aad33c9e207689ab4cd1a091562144474","tests/backend/Kstd.Api.Tests/BusinessRulesTests.cs":"5b158b2c60931b07e81545292145df1fa2b552d15df5fd4acb7c9d81e2d7cdbd","tests/backend/Kstd.Api.Tests/Kstd.Api.Tests.csproj":"23be2502b8e3fa029a9e2a292d9f4aa5259b7a7d25c264f55d7c4bc7dcc037f9","tests/backend/Kstd.Api.Tests/packages.lock.json":"7bc69e083463506291f821c93cc47ccc7cb7393f7726eacbd74ca1af758bcf60","tests/backend/coverage.runsettings":"cd916f61188ee55a263bfdb69aae11f3955c6019ab82460b771252482d23274a","tests/backend/integration.py":"b190f46f3b1e1472dc72eb5a15b56c9e3dd20839bbcf2d43a5e8fcc888d11e42","tests/backend/test-catalog.json":"15b4198966913e57e2b77d3724ce009d1540322702cae2c20a70e267999b93c8","tests/e2e/browser.mjs":"fbc1911698cb1385f77bd8ec724ab35558c770616d6734122d63484ac75f9122","tests/standards/ledger.test.mjs":"febfc7918fd579bdad38b24d8cd097b431ac980ba098cb89fadc43ed515eb76b"},"supersedes":"SCREEN-MODAL-2026-10-20T06-05-05-039Z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standards/tests.json</a:t>
            </a:r>
          </a:p>
          <a:p xmlns:a="http://schemas.openxmlformats.org/drawingml/2006/main">
            <a:r>
              <a:t>출처: docs/ACCESSIBILITY_STANDARD.md</a:t>
            </a:r>
          </a:p>
          <a:p xmlns:a="http://schemas.openxmlformats.org/drawingml/2006/main">
            <a:r>
              <a:t>증빙: {"evidence_id":"SCREEN-MOBILE-2026-10-20T06-15-00-647Z","rule_ids":["WCA-017","QA-009"],"test_id":"SCREEN-MOBILE","run_id":"2026-10-20T06-15-00-647Z","commit_sha":"88f8c934cf73feb34cb1a3e55a5dd9021d65fff3","collected_at":"2026-10-20T06:15:08.015Z","environment":"darwin/arm64; Node v26.5.0; 로컬 개발환경","browser_or_assistive_technology":"Playwright Chromium 156.0.8078.4","tool_name":"Playwright Chromium 156.0.8078.4","tool_version":"1.64.1","command":"npm run test:e2e (Playwright page.screenshot)","exit_code":0,"artifact_path":"evidence/browser/2026-10-20T06-15-00-647Z/screenshots/mobile.png","sha256":"85228a02d757ebfa32484e1a827db9f5e3ae064ad96a5db2607a70cea8a52151","result":"부분확인","observed":"실제 실행화면 mobile, http://localhost:8000/privacy, {\"width\":320,\"height\":800}","expected":"기록된 assertion 또는 명령의 검사 범위 통과","limitations":"실제 화면 캡처 증빙이며 원문 전체 통과/수동 보조기술 판정이 아님","source_hashes":{".editorconfig":"311c1fc21b788ee7f1b2d95a6f728dcf6c46091efd8d92c6511256f35eb82647",".github/workflows/verify.yml":"4a390628ce2fa2dea369fc88bbebe41755f8ec216a44fd9627d92e5876d45cbc","apps/api/AttachmentsController.cs":"60cf88bf5aa4677ae7037a3440168ded442dd36a702443a36b7a9d42d249dd05","apps/api/AuthController.cs":"ab883d8a00e4b7e0dec4de62ce267b4937683c7774fd4bec37e341d588bf7b57","apps/api/BusinessRules.cs":"5ae8a6e81b8b55b004c253812a988d50b53e6bdcc44a4ce0f056d8fc3a1f35d8","apps/api/Infrastructure.cs":"719d9d9452cfb51cd93911a86a670235bbf4e03b8f75f3920698a617493c3952","apps/api/Kstd.Api.csproj":"ce0e193d49bd6edb240c58edaf363e9cf78ef9481f24a5ba736ba1a6bb7f2112","apps/api/Migrations/20261020053705_InitialSchema.Designer.cs":"01a6194ccc5ab5b76eba9756a3e4401814d4a88cedfd5db974469a38ff40ead9","apps/api/Migrations/20261020053705_InitialSchema.cs":"ce824e2fb45ff7b5bdde5b63ac08a38d3050663f026e2432c3857346eef58b75","apps/api/Migrations/20261020054050_SubmissionIdempotency.Designer.cs":"29b3465f6633feae601012def741177ca7fad0f211239b87877ac0d31870f752","apps/api/Migrations/20261020054050_SubmissionIdempotency.cs":"3f885ddd3e299724757b72573345a66e3655aa526c9f8cf7db7b1f73da676fad","apps/api/Migrations/20261020055231_SessionRevocationVersion.Designer.cs":"299ba1ebcae83f07add42fb80a3a56d78044f2a6af113f11552f20f9cf4f7767","apps/api/Migrations/20261020055231_SessionRevocationVersion.cs":"e40fb1adffb2f8857dae8243027027acb75e2f59d1f04bb388be397f6c8ca0e7","apps/api/Migrations/AppDbModelSnapshot.cs":"e5991d8ec9dcb38699a8382c9d0eb2b8160fa1f2428e0abf96627e3100214679","apps/api/Models.cs":"b698839490f087787b4c80ca56cd33c742e1e93979fb8fb4d18b746c04c58327","apps/api/Program.cs":"7e57e6ad01febb36d30390d0d48f41bf546fe7c68f2a40b4bb88bd5fd2867c73","apps/api/RequestsController.cs":"d8733126947a86309ef6ba9bc105c194c0eec890f3bfb106b937b17f164c2154","apps/api/SeedData.cs":"521e8a932a862460f21d7ca14ec25bff4eaf31b85ceb641fc2f0dcf585b3db1c","apps/api/SessionCookieValidation.cs":"ccbbae8da725463284a36d5e9d30d459ef4d489301d7d8fb632fa7a4c419acf0","apps/api/appsettings.json":"9b6e0a0e0ae46f745dc45491008ec74e6d1355f223d5b8c66e6e0138c354c513","apps/api/packages.lock.json":"685eec1dd32eeae97ffdf53e014aa31e30ad3de5fd90940945dcb8d850336138","apps/web/eslint.config.js":"e84d276a983f26c686f497ff4be0b09f5561c6b5293e7aea34b94f6526ef2c0d","apps/web/index.html":"13cf5a95bb6db3511cd6cdf3526500659f0c3014aa54caf11fc86c66bc21e0ac","apps/web/package-lock.json":"9c24f397e3f3cc1fc85dac2aaf594df920745adf27e95f83fe950ec031b0f122","apps/web/package.json":"c743d89d8e11a95f0ded43d9177d292bca4ab53d538ba0b85ecb6a46bb7ed9b1","apps/web/src/App.tsx":"a368cdda57d30a8b392ca10aa4aa05eadcd12a63288c9dd056461f579acc47b5","apps/web/src/StandardsBrowser.tsx":"1b4e0fa8f2441ffd2bc163c9a735d881bf01754579dc738fd464c892e364c759","apps/web/src/api.ts":"81e9dbe645decb3ee05c770a0cb2993a3f7ff9681bcd879ba807e593109386d9","apps/web/src/export.test.ts":"303a964df3192a7c7b93cf7495a222ce90f5afbbac5c528c72b9947338660a03","apps/web/src/export.ts":"f17db765d69df297dc5cbd4c3685f2a5ac2c6b75e0eed51ae05655be0683a443","apps/web/src/main.tsx":"8dae3ef768116dd904b1e2fe0265bd83584cb6463d652725a6129c49f91f7b11","apps/web/src/navigation.test.ts":"f4d172bf00679b4213818ca6fc179bdb11b64634b705305228d9823e061c02c9","apps/web/src/navigation.ts":"30dd9bc6e7b84ad5e60cf9daca1ebb8b7ac8d5cfe248a114b5da86e9a2ffe2f4","apps/web/src/parseApi.test.ts":"bf86811be69dc6a94f550f2e9eafce7460589b080d565df259137a147389dc67","apps/web/src/styles.css":"5a0fcc8685cb54afa84cdb107c86d7264461b0a117be9985cf73052aa3193fc5","apps/web/src/ui.tsx":"f1922bd92f288ee3681fe08082a87a883b03b043c80ec8cc5f130663a03267e4","apps/web/tsconfig.json":"924ebd5d3b4d41e5c216bac9e59d98b27577a01f130ed612c7492a6b6a0128d5","apps/web/vite.config.ts":"85360771417761c3ca136a4ef9120774800a1231ccff14b16266705c91931021","dotnet-tools.json":"ee734eba2084039156471163f732c7704ce84f4f764d7037749dc01be8ece65b","global.json":"62f6485faa18a65822615e81a01e2ba5c19281cd78b59da642d416603f6b3b52","package-lock.json":"3605f34f2cc004744a2890e750258dc4c11f41931811528abab37eda8fc305ac","package.json":"99d5ad0cefa305b0bd25c9f86ba845a5902928cea557215d4b2de3e9339f2bf3","packages/ui/tokens.css":"b308a54b02c8b1aa63a046439ee1eb73c935e3cd915a47315121ea56ea249d2c","reference-package/standards_catalog.json":"f704c19fcc746a80e196fc390576d1da9930cee8394ea60763641ddfb2a2d572","scripts/backend-sbom.py":"5bc2228963a4f25f6ef7b0cb39ce7f3d134ee5ebb7ea5575711594dbfd9824ec","scripts/backend-verify.mjs":"d88a79fd3f73b87320f780c7374aad2e7c1ad005af49f117d3dda850fe9bd0c8","scripts/backend.py":"04f64d54cc86792216c79a136242ca712e5f6db538d855ce9d8abbf9f558478d","scripts/build-standards.py":"17f407653f45c27bd23ffdb09f4459e8d5e3b8b2db6355b344d2342427e3d6bc","scripts/evidence-check.mjs":"56bc921c00cc7dac976d0e6e579c788a0b7b5e35ef0e8b47520a5e2361239744","scripts/evidence-lib.mjs":"e2d8c3fca8d3642b6b2175ac6fab297d2f907bb1161847f48250f20c00648aae","scripts/generate-reports.mjs":"583f0ce00ab29165d8a2d16971dad4fb2089f8e949c2a2f39daea1c0fce7021d","scripts/manage.mjs":"07b4c1776fc6276ad2534e06fffcdaa4b6352605028a4ce12745d7e4cfa5a2e7","scripts/package-source.py":"a3bcae3c5a39fc9f77539f3d7c7c714811e51f40b48f2563bcef3efbd5b90ddc","scripts/run-checks.mjs":"b03cb625c5372a5eae1f41b8dfda59556de53d95f121efa59de36e034ecc5950","scripts/security-scan.mjs":"8bba4e1f18ef7ff8a8ef2fbc67b24c6d4d493a91558922095a3bb4a5ca076719","scripts/source-audit.py":"44a48ecb3ed64ce598063553c1b2583e90876832c45a2f7eb770bbb0cf3581ef","scripts/supply-chain.mjs":"4ff8178b26c31b013a337925320d8420657d63d650f13625a939eea68612f427","scripts/sync-public.mjs":"303118996c84b03f1de6088787a8e0d4dff2e8dd80fdcbe4dff5913dad454ffd","scripts/test-distribution.mjs":"a012b6c19157dc3dfc124e66493cdbdbee6d4d584fdfc9ddd4263d14ad95f297","standards/profiles/common.json":"b8197ac3290a82af38b3c51c6dbcaf842010cafba99bd2f6bc55f73bf004fae9","standards/profiles/csharp.json":"6a58ea79add893c6b19af01ca7189ef2f0bc02be851ca20320e305fb880ff3c8","standards/profiles/mdr-pending.json":"d1e910102b7f104c32a5b986faeca0dc4b8d5ee9c722044378b0011fabeacbcf","standards/profiles/typescript.json":"11dca2eaf4904d500f04e9fc16d7807aad33c9e207689ab4cd1a091562144474","tests/backend/Kstd.Api.Tests/BusinessRulesTests.cs":"5b158b2c60931b07e81545292145df1fa2b552d15df5fd4acb7c9d81e2d7cdbd","tests/backend/Kstd.Api.Tests/Kstd.Api.Tests.csproj":"23be2502b8e3fa029a9e2a292d9f4aa5259b7a7d25c264f55d7c4bc7dcc037f9","tests/backend/Kstd.Api.Tests/packages.lock.json":"7bc69e083463506291f821c93cc47ccc7cb7393f7726eacbd74ca1af758bcf60","tests/backend/coverage.runsettings":"cd916f61188ee55a263bfdb69aae11f3955c6019ab82460b771252482d23274a","tests/backend/integration.py":"b190f46f3b1e1472dc72eb5a15b56c9e3dd20839bbcf2d43a5e8fcc888d11e42","tests/backend/test-catalog.json":"15b4198966913e57e2b77d3724ce009d1540322702cae2c20a70e267999b93c8","tests/e2e/browser.mjs":"fbc1911698cb1385f77bd8ec724ab35558c770616d6734122d63484ac75f9122","tests/standards/ledger.test.mjs":"febfc7918fd579bdad38b24d8cd097b431ac980ba098cb89fadc43ed515eb76b"},"supersedes":"SCREEN-MOBILE-2026-10-20T06-05-05-039Z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standards/tests.json</a:t>
            </a:r>
          </a:p>
          <a:p xmlns:a="http://schemas.openxmlformats.org/drawingml/2006/main">
            <a:r>
              <a:t>출처: reference-package/accessibility_scenarios.json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standards/tests.json</a:t>
            </a:r>
          </a:p>
          <a:p xmlns:a="http://schemas.openxmlformats.org/drawingml/2006/main">
            <a:r>
              <a:t>출처: evidence/index.json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standards/summary.json</a:t>
            </a:r>
          </a:p>
          <a:p xmlns:a="http://schemas.openxmlformats.org/drawingml/2006/main">
            <a:r>
              <a:t>출처: reports/Company_SW_Standards_Register.xlsx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standards/deviations.json</a:t>
            </a:r>
          </a:p>
          <a:p xmlns:a="http://schemas.openxmlformats.org/drawingml/2006/main">
            <a:r>
              <a:t>출처: docs/RUNBOOK.md</a:t>
            </a:r>
          </a:p>
          <a:p xmlns:a="http://schemas.openxmlformats.org/drawingml/2006/main">
            <a:r>
              <a:t>출처: standards/summary.json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standards/source-register.json</a:t>
            </a:r>
          </a:p>
          <a:p xmlns:a="http://schemas.openxmlformats.org/drawingml/2006/main">
            <a:r>
              <a:t>출처: evidence/index.json</a:t>
            </a:r>
          </a:p>
          <a:p xmlns:a="http://schemas.openxmlformats.org/drawingml/2006/main">
            <a:r>
              <a:t>증빙: {"evidence_id":"SCREEN-HELP-2026-10-20T06-15-00-647Z","rule_ids":["DOC-001","DOC-006","INC-012"],"test_id":"SCREEN-HELP","run_id":"2026-10-20T06-15-00-647Z","commit_sha":"88f8c934cf73feb34cb1a3e55a5dd9021d65fff3","collected_at":"2026-10-20T06:15:05.100Z","environment":"darwin/arm64; Node v26.5.0; 로컬 개발환경","browser_or_assistive_technology":"Playwright Chromium 156.0.8078.4","tool_name":"Playwright Chromium 156.0.8078.4","tool_version":"1.64.1","command":"npm run test:e2e (Playwright page.screenshot)","exit_code":0,"artifact_path":"evidence/browser/2026-10-20T06-15-00-647Z/screenshots/help.png","sha256":"3c31b2f849ee469051a02a99fc0dd1d27df4e1f3897948cc11445aac8040debe","result":"부분확인","observed":"실제 실행화면 help, http://localhost:8000/help, {\"width\":1440,\"height\":1100}","expected":"기록된 assertion 또는 명령의 검사 범위 통과","limitations":"실제 화면 캡처 증빙이며 원문 전체 통과/수동 보조기술 판정이 아님","source_hashes":{".editorconfig":"311c1fc21b788ee7f1b2d95a6f728dcf6c46091efd8d92c6511256f35eb82647",".github/workflows/verify.yml":"4a390628ce2fa2dea369fc88bbebe41755f8ec216a44fd9627d92e5876d45cbc","apps/api/AttachmentsController.cs":"60cf88bf5aa4677ae7037a3440168ded442dd36a702443a36b7a9d42d249dd05","apps/api/AuthController.cs":"ab883d8a00e4b7e0dec4de62ce267b4937683c7774fd4bec37e341d588bf7b57","apps/api/BusinessRules.cs":"5ae8a6e81b8b55b004c253812a988d50b53e6bdcc44a4ce0f056d8fc3a1f35d8","apps/api/Infrastructure.cs":"719d9d9452cfb51cd93911a86a670235bbf4e03b8f75f3920698a617493c3952","apps/api/Kstd.Api.csproj":"ce0e193d49bd6edb240c58edaf363e9cf78ef9481f24a5ba736ba1a6bb7f2112","apps/api/Migrations/20261020053705_InitialSchema.Designer.cs":"01a6194ccc5ab5b76eba9756a3e4401814d4a88cedfd5db974469a38ff40ead9","apps/api/Migrations/20261020053705_InitialSchema.cs":"ce824e2fb45ff7b5bdde5b63ac08a38d3050663f026e2432c3857346eef58b75","apps/api/Migrations/20261020054050_SubmissionIdempotency.Designer.cs":"29b3465f6633feae601012def741177ca7fad0f211239b87877ac0d31870f752","apps/api/Migrations/20261020054050_SubmissionIdempotency.cs":"3f885ddd3e299724757b72573345a66e3655aa526c9f8cf7db7b1f73da676fad","apps/api/Migrations/20261020055231_SessionRevocationVersion.Designer.cs":"299ba1ebcae83f07add42fb80a3a56d78044f2a6af113f11552f20f9cf4f7767","apps/api/Migrations/20261020055231_SessionRevocationVersion.cs":"e40fb1adffb2f8857dae8243027027acb75e2f59d1f04bb388be397f6c8ca0e7","apps/api/Migrations/AppDbModelSnapshot.cs":"e5991d8ec9dcb38699a8382c9d0eb2b8160fa1f2428e0abf96627e3100214679","apps/api/Models.cs":"b698839490f087787b4c80ca56cd33c742e1e93979fb8fb4d18b746c04c58327","apps/api/Program.cs":"7e57e6ad01febb36d30390d0d48f41bf546fe7c68f2a40b4bb88bd5fd2867c73","apps/api/RequestsController.cs":"d8733126947a86309ef6ba9bc105c194c0eec890f3bfb106b937b17f164c2154","apps/api/SeedData.cs":"521e8a932a862460f21d7ca14ec25bff4eaf31b85ceb641fc2f0dcf585b3db1c","apps/api/SessionCookieValidation.cs":"ccbbae8da725463284a36d5e9d30d459ef4d489301d7d8fb632fa7a4c419acf0","apps/api/appsettings.json":"9b6e0a0e0ae46f745dc45491008ec74e6d1355f223d5b8c66e6e0138c354c513","apps/api/packages.lock.json":"685eec1dd32eeae97ffdf53e014aa31e30ad3de5fd90940945dcb8d850336138","apps/web/eslint.config.js":"e84d276a983f26c686f497ff4be0b09f5561c6b5293e7aea34b94f6526ef2c0d","apps/web/index.html":"13cf5a95bb6db3511cd6cdf3526500659f0c3014aa54caf11fc86c66bc21e0ac","apps/web/package-lock.json":"9c24f397e3f3cc1fc85dac2aaf594df920745adf27e95f83fe950ec031b0f122","apps/web/package.json":"c743d89d8e11a95f0ded43d9177d292bca4ab53d538ba0b85ecb6a46bb7ed9b1","apps/web/src/App.tsx":"a368cdda57d30a8b392ca10aa4aa05eadcd12a63288c9dd056461f579acc47b5","apps/web/src/StandardsBrowser.tsx":"1b4e0fa8f2441ffd2bc163c9a735d881bf01754579dc738fd464c892e364c759","apps/web/src/api.ts":"81e9dbe645decb3ee05c770a0cb2993a3f7ff9681bcd879ba807e593109386d9","apps/web/src/export.test.ts":"303a964df3192a7c7b93cf7495a222ce90f5afbbac5c528c72b9947338660a03","apps/web/src/export.ts":"f17db765d69df297dc5cbd4c3685f2a5ac2c6b75e0eed51ae05655be0683a443","apps/web/src/main.tsx":"8dae3ef768116dd904b1e2fe0265bd83584cb6463d652725a6129c49f91f7b11","apps/web/src/navigation.test.ts":"f4d172bf00679b4213818ca6fc179bdb11b64634b705305228d9823e061c02c9","apps/web/src/navigation.ts":"30dd9bc6e7b84ad5e60cf9daca1ebb8b7ac8d5cfe248a114b5da86e9a2ffe2f4","apps/web/src/parseApi.test.ts":"bf86811be69dc6a94f550f2e9eafce7460589b080d565df259137a147389dc67","apps/web/src/styles.css":"5a0fcc8685cb54afa84cdb107c86d7264461b0a117be9985cf73052aa3193fc5","apps/web/src/ui.tsx":"f1922bd92f288ee3681fe08082a87a883b03b043c80ec8cc5f130663a03267e4","apps/web/tsconfig.json":"924ebd5d3b4d41e5c216bac9e59d98b27577a01f130ed612c7492a6b6a0128d5","apps/web/vite.config.ts":"85360771417761c3ca136a4ef9120774800a1231ccff14b16266705c91931021","dotnet-tools.json":"ee734eba2084039156471163f732c7704ce84f4f764d7037749dc01be8ece65b","global.json":"62f6485faa18a65822615e81a01e2ba5c19281cd78b59da642d416603f6b3b52","package-lock.json":"3605f34f2cc004744a2890e750258dc4c11f41931811528abab37eda8fc305ac","package.json":"99d5ad0cefa305b0bd25c9f86ba845a5902928cea557215d4b2de3e9339f2bf3","packages/ui/tokens.css":"b308a54b02c8b1aa63a046439ee1eb73c935e3cd915a47315121ea56ea249d2c","reference-package/standards_catalog.json":"f704c19fcc746a80e196fc390576d1da9930cee8394ea60763641ddfb2a2d572","scripts/backend-sbom.py":"5bc2228963a4f25f6ef7b0cb39ce7f3d134ee5ebb7ea5575711594dbfd9824ec","scripts/backend-verify.mjs":"d88a79fd3f73b87320f780c7374aad2e7c1ad005af49f117d3dda850fe9bd0c8","scripts/backend.py":"04f64d54cc86792216c79a136242ca712e5f6db538d855ce9d8abbf9f558478d","scripts/build-standards.py":"17f407653f45c27bd23ffdb09f4459e8d5e3b8b2db6355b344d2342427e3d6bc","scripts/evidence-check.mjs":"56bc921c00cc7dac976d0e6e579c788a0b7b5e35ef0e8b47520a5e2361239744","scripts/evidence-lib.mjs":"e2d8c3fca8d3642b6b2175ac6fab297d2f907bb1161847f48250f20c00648aae","scripts/generate-reports.mjs":"583f0ce00ab29165d8a2d16971dad4fb2089f8e949c2a2f39daea1c0fce7021d","scripts/manage.mjs":"07b4c1776fc6276ad2534e06fffcdaa4b6352605028a4ce12745d7e4cfa5a2e7","scripts/package-source.py":"a3bcae3c5a39fc9f77539f3d7c7c714811e51f40b48f2563bcef3efbd5b90ddc","scripts/run-checks.mjs":"b03cb625c5372a5eae1f41b8dfda59556de53d95f121efa59de36e034ecc5950","scripts/security-scan.mjs":"8bba4e1f18ef7ff8a8ef2fbc67b24c6d4d493a91558922095a3bb4a5ca076719","scripts/source-audit.py":"44a48ecb3ed64ce598063553c1b2583e90876832c45a2f7eb770bbb0cf3581ef","scripts/supply-chain.mjs":"4ff8178b26c31b013a337925320d8420657d63d650f13625a939eea68612f427","scripts/sync-public.mjs":"303118996c84b03f1de6088787a8e0d4dff2e8dd80fdcbe4dff5913dad454ffd","scripts/test-distribution.mjs":"a012b6c19157dc3dfc124e66493cdbdbee6d4d584fdfc9ddd4263d14ad95f297","standards/profiles/common.json":"b8197ac3290a82af38b3c51c6dbcaf842010cafba99bd2f6bc55f73bf004fae9","standards/profiles/csharp.json":"6a58ea79add893c6b19af01ca7189ef2f0bc02be851ca20320e305fb880ff3c8","standards/profiles/mdr-pending.json":"d1e910102b7f104c32a5b986faeca0dc4b8d5ee9c722044378b0011fabeacbcf","standards/profiles/typescript.json":"11dca2eaf4904d500f04e9fc16d7807aad33c9e207689ab4cd1a091562144474","tests/backend/Kstd.Api.Tests/BusinessRulesTests.cs":"5b158b2c60931b07e81545292145df1fa2b552d15df5fd4acb7c9d81e2d7cdbd","tests/backend/Kstd.Api.Tests/Kstd.Api.Tests.csproj":"23be2502b8e3fa029a9e2a292d9f4aa5259b7a7d25c264f55d7c4bc7dcc037f9","tests/backend/Kstd.Api.Tests/packages.lock.json":"7bc69e083463506291f821c93cc47ccc7cb7393f7726eacbd74ca1af758bcf60","tests/backend/coverage.runsettings":"cd916f61188ee55a263bfdb69aae11f3955c6019ab82460b771252482d23274a","tests/backend/integration.py":"b190f46f3b1e1472dc72eb5a15b56c9e3dd20839bbcf2d43a5e8fcc888d11e42","tests/backend/test-catalog.json":"15b4198966913e57e2b77d3724ce009d1540322702cae2c20a70e267999b93c8","tests/e2e/browser.mjs":"fbc1911698cb1385f77bd8ec724ab35558c770616d6734122d63484ac75f9122","tests/standards/ledger.test.mjs":"febfc7918fd579bdad38b24d8cd097b431ac980ba098cb89fadc43ed515eb76b"},"supersedes":"SCREEN-HELP-2026-10-20T06-05-05-039Z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6c14d5178411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12538fa70c40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a8efde3e841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532df4f3454e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dfafdb60014a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07fea0916742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6E49E-A6A6-4737-A36E-496C708474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FE1EA6-A521-48A4-B0DF-52DCE954881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C7B5C52-795D-4C03-B06D-ADA37DA067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184C03-C821-4ABD-8561-B905C7EB93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5C03489-434C-463B-B3F3-005A6A09E1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D52383-CC58-462D-AD9A-80AADE3212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0246EB-975A-406C-BEEC-0DDDE4E5D3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9D6620-93FC-4C7B-B27C-7AB52B9E0A7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4BAD78-017D-4311-83C2-B649BC2025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A2989BD-6CCA-4D97-9A91-88C8661CDA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38ca4bffb349d5" /><Relationship Type="http://schemas.openxmlformats.org/officeDocument/2006/relationships/slideLayout" Target="/ppt/slideLayouts/slideLayout1.xml" Id="Rd2f927091ad04649" /><Relationship Type="http://schemas.openxmlformats.org/officeDocument/2006/relationships/slideLayout" Target="/ppt/slideLayouts/slideLayout2.xml" Id="Ref77484f21bd481c" /><Relationship Type="http://schemas.openxmlformats.org/officeDocument/2006/relationships/slideLayout" Target="/ppt/slideLayouts/slideLayout3.xml" Id="R1ad2af9393cb4a57" /><Relationship Type="http://schemas.openxmlformats.org/officeDocument/2006/relationships/slideLayout" Target="/ppt/slideLayouts/slideLayout4.xml" Id="Rbea58a9903ad4886" /><Relationship Type="http://schemas.openxmlformats.org/officeDocument/2006/relationships/slideLayout" Target="/ppt/slideLayouts/slideLayout5.xml" Id="Rb1009e5a8b584c9c" /><Relationship Type="http://schemas.openxmlformats.org/officeDocument/2006/relationships/slideLayout" Target="/ppt/slideLayouts/slideLayout6.xml" Id="R4f6695b9912b4c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f927091ad04649"/>
    <p:sldLayoutId xmlns:r="http://schemas.openxmlformats.org/officeDocument/2006/relationships" id="2147483650" r:id="Ref77484f21bd481c"/>
    <p:sldLayoutId xmlns:r="http://schemas.openxmlformats.org/officeDocument/2006/relationships" id="2147483651" r:id="R1ad2af9393cb4a57"/>
    <p:sldLayoutId xmlns:r="http://schemas.openxmlformats.org/officeDocument/2006/relationships" id="2147483652" r:id="Rbea58a9903ad4886"/>
    <p:sldLayoutId xmlns:r="http://schemas.openxmlformats.org/officeDocument/2006/relationships" id="2147483653" r:id="Rb1009e5a8b584c9c"/>
    <p:sldLayoutId xmlns:r="http://schemas.openxmlformats.org/officeDocument/2006/relationships" id="2147483654" r:id="R4f6695b9912b4c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9f629b19614248" /><Relationship Type="http://schemas.openxmlformats.org/officeDocument/2006/relationships/notesSlide" Target="/ppt/notesSlides/notesSlide1.xml" Id="R5575ff092cd94d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ca06544f24ad9" /><Relationship Type="http://schemas.openxmlformats.org/officeDocument/2006/relationships/notesSlide" Target="/ppt/notesSlides/notesSlide2.xml" Id="R9fc02a8833c44c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ca4aa39a6a4887" /><Relationship Type="http://schemas.openxmlformats.org/officeDocument/2006/relationships/notesSlide" Target="/ppt/notesSlides/notesSlide3.xml" Id="Rb7396bba94f449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ac91e18094e50" /><Relationship Type="http://schemas.openxmlformats.org/officeDocument/2006/relationships/notesSlide" Target="/ppt/notesSlides/notesSlide4.xml" Id="R2b8d1985d52244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7f6c004e7a44ce" /><Relationship Type="http://schemas.openxmlformats.org/officeDocument/2006/relationships/notesSlide" Target="/ppt/notesSlides/notesSlide5.xml" Id="Rcccc1358d7534b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6bc947aac461a" /><Relationship Type="http://schemas.openxmlformats.org/officeDocument/2006/relationships/notesSlide" Target="/ppt/notesSlides/notesSlide6.xml" Id="R6b1eb58a239b48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6f84156fa4718" /><Relationship Type="http://schemas.openxmlformats.org/officeDocument/2006/relationships/notesSlide" Target="/ppt/notesSlides/notesSlide7.xml" Id="R4caf24078d9c42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41e04367b42eb" /><Relationship Type="http://schemas.openxmlformats.org/officeDocument/2006/relationships/image" Target="/ppt/media/image.png" Id="R10385a3a9c40479b" /><Relationship Type="http://schemas.openxmlformats.org/officeDocument/2006/relationships/notesSlide" Target="/ppt/notesSlides/notesSlide8.xml" Id="R8c790c10dca247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65a71db44847e7" /><Relationship Type="http://schemas.openxmlformats.org/officeDocument/2006/relationships/notesSlide" Target="/ppt/notesSlides/notesSlide9.xml" Id="Rb75e19474f35405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1f85c7ab194a35" /><Relationship Type="http://schemas.openxmlformats.org/officeDocument/2006/relationships/image" Target="/ppt/media/image2.png" Id="Re213687ab9524b46" /><Relationship Type="http://schemas.openxmlformats.org/officeDocument/2006/relationships/image" Target="/ppt/media/image3.png" Id="R25f44a41769540c4" /><Relationship Type="http://schemas.openxmlformats.org/officeDocument/2006/relationships/notesSlide" Target="/ppt/notesSlides/notesSlide10.xml" Id="R8418a8080b1a4c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e0bc02021143b0" /><Relationship Type="http://schemas.openxmlformats.org/officeDocument/2006/relationships/image" Target="/ppt/media/image4.png" Id="Rff8ace9f6c304462" /><Relationship Type="http://schemas.openxmlformats.org/officeDocument/2006/relationships/image" Target="/ppt/media/image5.png" Id="Raf19146b3e464262" /><Relationship Type="http://schemas.openxmlformats.org/officeDocument/2006/relationships/notesSlide" Target="/ppt/notesSlides/notesSlide11.xml" Id="R304fb161c3074e6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ef0e84877d4d8e" /><Relationship Type="http://schemas.openxmlformats.org/officeDocument/2006/relationships/image" Target="/ppt/media/image6.png" Id="Rd47e194a240e4aae" /><Relationship Type="http://schemas.openxmlformats.org/officeDocument/2006/relationships/notesSlide" Target="/ppt/notesSlides/notesSlide12.xml" Id="R4c7f20236eb94b2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846766ccca4cdc" /><Relationship Type="http://schemas.openxmlformats.org/officeDocument/2006/relationships/image" Target="/ppt/media/image7.png" Id="R6e7b8a71bdeb4871" /><Relationship Type="http://schemas.openxmlformats.org/officeDocument/2006/relationships/notesSlide" Target="/ppt/notesSlides/notesSlide13.xml" Id="Rdb4b7b972aa44ca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3316cc4104f5d" /><Relationship Type="http://schemas.openxmlformats.org/officeDocument/2006/relationships/notesSlide" Target="/ppt/notesSlides/notesSlide14.xml" Id="Ra59d8f2c1b504b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09068d6024881" /><Relationship Type="http://schemas.openxmlformats.org/officeDocument/2006/relationships/notesSlide" Target="/ppt/notesSlides/notesSlide15.xml" Id="R39128b50e2fb42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42723058014d8b" /><Relationship Type="http://schemas.openxmlformats.org/officeDocument/2006/relationships/notesSlide" Target="/ppt/notesSlides/notesSlide16.xml" Id="R117cd5fb8beb47a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dcf65dbac4ba2" /><Relationship Type="http://schemas.openxmlformats.org/officeDocument/2006/relationships/notesSlide" Target="/ppt/notesSlides/notesSlide17.xml" Id="R3d4efd2c97d0412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4d2ee2661e401f" /><Relationship Type="http://schemas.openxmlformats.org/officeDocument/2006/relationships/image" Target="/ppt/media/image8.png" Id="Rb2267f191e51465f" /><Relationship Type="http://schemas.openxmlformats.org/officeDocument/2006/relationships/notesSlide" Target="/ppt/notesSlides/notesSlide18.xml" Id="Rb4fd652b546d40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ABC85-87B6-4E31-9B9A-0D707395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1047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회사 SW 표준 적용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CE1C1-C61E-4D49-BB94-0CD5CC6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9087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CFDCEC"/>
                </a:solidFill>
                <a:latin typeface="Arial"/>
                <a:ea typeface="Arial"/>
                <a:cs typeface="Arial"/>
              </a:rPr>
              <a:t>회사 브랜드 업무요청·첨부·처리현황 관리 / 2026-10-20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08568-C9C8-4E77-A296-14EA3F5C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57675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FDCEC"/>
                </a:solidFill>
                <a:latin typeface="Arial"/>
                <a:ea typeface="Arial"/>
                <a:cs typeface="Arial"/>
              </a:rPr>
              <a:t>commit 88f8c934cf73feb34cb1a3e55a5dd9021d65fff3</a:t>
            </a:r>
          </a:p>
          <a:p xmlns:a="http://schemas.openxmlformats.org/drawingml/2006/main">
            <a: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FDCEC"/>
                </a:solidFill>
                <a:latin typeface="Arial"/>
                <a:ea typeface="Arial"/>
                <a:cs typeface="Arial"/>
              </a:rPr>
              <a:t>SW v0.2.0 / 기준안 v0.2 / 회사 승인 전 초안</a:t>
            </a:r>
          </a:p>
          <a:p xmlns:a="http://schemas.openxmlformats.org/drawingml/2006/main">
            <a: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FDCEC"/>
                </a:solidFill>
                <a:latin typeface="Arial"/>
                <a:ea typeface="Arial"/>
                <a:cs typeface="Arial"/>
              </a:rPr>
              <a:t>필요한 자동·수동 확인의 검증완료 0개 관리행. 표준별 집계는 16쪽 참조.</a:t>
            </a:r>
          </a:p>
          <a:p xmlns:a="http://schemas.openxmlformats.org/drawingml/2006/main">
            <a:pPr>
              <a:defRPr sz="1650" b="0">
                <a:solidFill>
                  <a:srgbClr val="CFDC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FDCEC"/>
                </a:solidFill>
                <a:latin typeface="Arial"/>
                <a:ea typeface="Arial"/>
                <a:cs typeface="Arial"/>
              </a:rPr>
              <a:t>MDR 세부 적용 확인필요. 화면낭독기·당사자 평가 미실행은 잔여사항으로 유지.</a:t>
            </a:r>
          </a:p>
        </p:txBody>
      </p:sp>
    </p:spTree>
    <p:extLst>
      <p:ext uri="{BB962C8B-B14F-4D97-AF65-F5344CB8AC3E}">
        <p14:creationId xmlns:p14="http://schemas.microsoft.com/office/powerpoint/2010/main" val="15052349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4A860A-7602-4F57-9467-B82B5AEF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적용 표준과 판본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0AE0B-4685-4324-8256-CF5AF92A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외부 공식 기준과 회사 채택안을 구분합니다.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C2886-1F90-42FF-9A02-3E1143C1C042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04533"/>
                <a:gridCol w="3446498"/>
                <a:gridCol w="4969369"/>
              </a:tblGrid>
              <a:tr h="4953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기준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판본·범위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적용·검토 제한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KRDS UI/UX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첨부 2025.08 수정본 + 변경 대비표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725개 번호 후보와 103개 구조·52쪽 상호작용은 탐색 색인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KWCAG 2.2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KS X OT0003 / 33개 항목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독립 관리. 원문·보조기술 전수 확인 별도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WCAG 2.2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W3C A 31개 + AA 24개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전체 페이지·완결된 업무과정 판정 별도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개발·보안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C#/TypeScript, SSDF 1.1, 선택 ASVS 5.0.0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회사 MUST/SHOULD 제안과 출처 요구수준 구분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회사 운영 통제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기준안 0.1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외부 인증·전체 특정 등급 준수 주장 없음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E6DA4-57B4-4AD5-9995-D27840BB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574FAF-4DFD-4436-ADC5-24DEF188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10970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D3FDB-90F3-4CB1-965F-826166D6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MDR 명칭 확인과 세부 기준 적용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194F89-250C-41D4-9653-B9EA56DA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MDR-000은 원본 코드표와 사업 적용범위의 확인필요 상태를 유지합니다.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E9DCE-F0A1-427B-9EEF-E3FF32C0468A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04533"/>
                <a:gridCol w="3446498"/>
                <a:gridCol w="4969369"/>
              </a:tblGrid>
              <a:tr h="4953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현재 정보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판정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후속 조건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809625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MDR: Meta Data Registry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국방 메타데이터 관리시스템 명칭 확인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공식 법령·국방부 자료로 명칭 확인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국방데이터 코드설계표준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공식 목록 확인 / 원본 미확보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원본 코드표·세부 조항·판본 확보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809625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현재 웹 샘플 적용범위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확인필요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해당 사업의 적용 요구·데이터 규칙 검토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준수 판정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보류 / 미검증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세부 기준을 별도 ID와 실제 시험에 연결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5031F5-EAE3-48AD-8436-124B6707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사용자 제공 국방부 공개데이터 링크를 반영했습니다. 공통 웹 표준의 구현·시험은 계속합니다.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15A9B-8B4F-4398-9BD5-B1F2300B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F8495-7279-47C8-9093-4D4B70B3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80817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722F3-CEA8-4474-9B95-18A53579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시스템 구성과 업무흐름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A9D9D-2788-45AE-BF04-451B3854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로컬 웹·API·SQLite를 사용하는 샘플입니다.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73D5F-B698-4617-B39E-8504179ECE1A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04533"/>
                <a:gridCol w="3446498"/>
                <a:gridCol w="4969369"/>
              </a:tblGrid>
              <a:tr h="4953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계층·역할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구현 범위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실행·데이터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웹 / S01~S08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로그인, 홈, 목록, 상세, 단계형 입력, 관리자, 도움말, 갤러리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http://localhost:8000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API / 서버 권한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인증·역할·소유권, 검증, 처리 이력, 첨부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http://localhost:8001 /api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영속 데이터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EF Core + SQLite / fc_ 접두어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요청·첨부·감사기록 서버 저장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일반 사용자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본인 요청 등록·조회·수정·첨부 다운로드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관리자 작업은 서버에서 제한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관리자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전체 목록과 허용된 상태변경·사유·이력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서버 동시수정·상태전이 제어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337EB-C514-4F57-B8A1-3E21FAA6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1544E-A523-493E-9634-7867E386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0572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A3D59-9172-4704-874E-61133ED2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표준·구현·시험·증빙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54E4D3-8483-453D-B491-1AA7FBF3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코드와 시험 ID를 따라 실제 실행 증빙을 조회합니다.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42B39-6E50-4EDB-808F-DFC18E2D848B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35605"/>
                <a:gridCol w="3844089"/>
                <a:gridCol w="2420353"/>
                <a:gridCol w="2420353"/>
              </a:tblGrid>
              <a:tr h="4953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규칙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구현 파일#심볼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시험 ID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판정·증빙 파일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10795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SEC-004</a:t>
                      </a:r>
                    </a:p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인증 구현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apps/api/Program.cs#AddAuthentication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AUTO-BACKEND SCREEN-LOGIN MAN-SEC-004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부분확인</a:t>
                      </a:r>
                    </a:p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AUTO-BACKEND.log</a:t>
                      </a:r>
                    </a:p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login.png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SEC-005</a:t>
                      </a:r>
                    </a:p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서버 권한 검사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apps/api/RequestsController.cs#RequestsController.Visible…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AUTO-BACKEND SCREEN-DETAIL MAN-SEC-005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부분확인</a:t>
                      </a:r>
                    </a:p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AUTO-BACKEND.log</a:t>
                      </a:r>
                    </a:p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detail.png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10795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UI-003</a:t>
                      </a:r>
                    </a:p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공통된 경험 안에서 개별 특성을…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apps/web/src/ui.tsx#Badge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SCREEN-DASHBOARD SCREEN-GALLERY MAN-UI-003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부분확인</a:t>
                      </a:r>
                    </a:p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dashboard.png</a:t>
                      </a:r>
                    </a:p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gallery.png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37410-CC54-425E-80EC-420FFD08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전체 파일·심볼·시험·증빙 ID는 발표자 노트와 원장에 보존합니다. 필요한 수동 확인이 남으면 조항 전체를 통과로 집계하지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86302-C184-420C-9D17-D8A94F81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95C9ED-D585-47B9-90BF-D582B363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2338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A1522-DF43-42F6-B82B-56663ABC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코딩규칙과 정적검사 실제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27B52-7DAD-47EA-BCC2-4B115BB6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언어별 설정과 실행 결과를 구분합니다.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7A953-9940-447B-8627-B2B86F9F911D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40355"/>
                <a:gridCol w="1217295"/>
                <a:gridCol w="4328160"/>
                <a:gridCol w="2434590"/>
              </a:tblGrid>
              <a:tr h="4953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시험·검사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실행 결과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실제 관찰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증빙 ID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1038225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AUTO-FRONTEND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통과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실제 종료코드 0. 명령의 출력 로그 참조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AUTO-FRONTEND-2026-10-20T06-16-58-989Z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38225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AUTO-BACKEND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통과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실제 종료코드 0. 명령의 출력 로그 참조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AUTO-BACKEND-2026-10-20T06-17-05-753Z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E0B594-D025-4219-8681-1E141B35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apps/api/BusinessRules.cs#Validate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0CDB2-A9CD-49A2-B321-B64C72EE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if (string.IsNullOrWhiteSpace(title) || title.Trim().Length is &lt; 3 or &gt; 100)</a:t>
            </a:r>
          </a:p>
          <a:p xmlns:a="http://schemas.openxmlformats.org/drawingml/2006/main">
            <a: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    errors["title"] = ["제목은 3~100자로 입력하세요."];</a:t>
            </a:r>
          </a:p>
          <a:p xmlns:a="http://schemas.openxmlformats.org/drawingml/2006/main">
            <a:pPr>
              <a:defRPr sz="1425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09AEE-6FD0-49AB-B8C1-77CB44FD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연결 실행항목 2개. 필요한 수동 리뷰가 남은 코딩 조항의 최종 판정은 보류입니다.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6D204-CCBA-44BE-92BE-8D5A7B05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9A936-071A-4C51-B603-72859B22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0057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38EAB-F653-4973-AD90-D5DE8B98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보안 구현과 실패경로 시험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5B211-98A6-4124-A380-905404FC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인증·객체 인가·업로드를 서버에서 통제합니다.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4BD7C-4C16-4AA7-8E98-FEF0BD17DAA9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40355"/>
                <a:gridCol w="1217295"/>
                <a:gridCol w="4328160"/>
                <a:gridCol w="2434590"/>
              </a:tblGrid>
              <a:tr h="4953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시험·검사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실행 결과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실제 관찰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증빙 ID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10795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AUTO-BACKEND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통과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실제 종료코드 0. 명령의 출력 로그 참조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AUTO-BACKEND-2026-10-20T06-17-05-753Z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E2E-WORKFLOW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통과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실제 로그인→검증오류→단계뒤로입력보존→첨부포함등록→파일바이트다운로드→관리자처리중/완료→이력 확인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E2E-WORKFLOW-2026-10-20T06-15-00-647Z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10795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AUTO-AUDIT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통과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실제 종료코드 0. 명령의 출력 로그 참조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AUTO-AUDIT-2026-10-20T06-18-28-772Z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E6EBBF-E18C-44C3-A057-BF29599B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악성코드 검사 엔진·운영 HTTPS·배포환경 보안은 실제 도입·검증 전까지 미조치 또는 미검증으로 유지합니다.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58878B-1894-49DA-9CDD-2B392FE5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1CEC7-DE5A-404C-B4D8-6CAF0F56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56142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156CC2-9002-4921-A1EE-EC4B1251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KRDS 스타일과 공통 컴포넌트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56C21-78AE-4540-8918-B29DF4F5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브랜드·가독성·상태·초점 스타일을 공통 설정으로 관리합니다.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05929-1118-4867-92F7-0DE74CB111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85a3a9c40479b"/>
          <a:stretch xmlns:a="http://schemas.openxmlformats.org/drawingml/2006/main"/>
        </p:blipFill>
        <p:spPr>
          <a:xfrm xmlns:a="http://schemas.openxmlformats.org/drawingml/2006/main">
            <a:off x="1696316" y="1762125"/>
            <a:ext cx="4551218" cy="3476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DEEA5-F6A5-43DC-93D3-69956122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90700"/>
            <a:ext cx="39338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회사 자체 브랜드를 사용하며 정부 공식 배너를 사용하지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본문 크기와 행간, 색·공간·초점을 공통 토큰으로 정의합니다.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일반·오류·비활성·로딩의 상태를 텍스트와 함께 제공합니다.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67A21-EE6F-4191-9504-27E63F7C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SCREEN-GALLERY-2026-10-20T06-15-00-647Z / SCREEN-GALLERY / 부분확인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evidence/browser/2026-10-20T06-15-00-647Z/screenshots/gallery.png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환경: darwin/arm64; Node v26.5.0; 로컬 개발환경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1E3AA-F137-4F06-9427-20138DF7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UI-003 / apps/web/src/ui.tsx#Badge apps/web/src/ui.tsx#Mod… / SCREEN-DASHBOARD SCREEN-GALLERY MAN… / 부분확인</a:t>
            </a:r>
          </a:p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UI-068 / apps/web/src/App.tsx#RequestWizard apps/web/src/a… / SCREEN-SERVER-ERROR SCREEN-SERVER-V… / 부분확인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B142F-D58B-46C4-9B32-7563A533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EAA11-B64B-4C1D-B122-2C033D3D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54536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4B6BF-CF29-4F6D-B4BD-B20509B3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2025.08 변경사항 반영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3A9B9-F0E8-4151-9158-96F2781B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세부 위치와 섹션 시작 쪽을 구별합니다.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556F9-AFC2-4DDD-8C43-F82F29CAAB1C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04533"/>
                <a:gridCol w="3446498"/>
                <a:gridCol w="4969369"/>
              </a:tblGrid>
              <a:tr h="4953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변경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원문 세부 위치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샘플 적용·재평가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10795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운영기관 식별자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본문 229~231쪽 / 대비표 1쪽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회사 샘플은 정부 식별자 제외. 공공서비스 전환 때 재평가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95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개인정보 처리방침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본문 249쪽 / 대비표 2쪽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정확한 명칭·강조·실제 안내 페이지 연결 확인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10795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로그인 방식 목록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본문 1007쪽 / 대비표 2쪽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복수 방식 도입 시 사용자 관점 분류 및 배치 재평가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5DDF71-9B30-42CB-AFD1-D46B6DF1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대비표 227/246/998쪽은 섹션 시작입니다. 번호 후보의 원문 등급은 개별 확인 전까지 미확인입니다.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51118-D5B5-4000-A9D8-8F679A46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A0A04-A626-4121-9913-C29A5E5C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41566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0FF3F-F14B-4B03-9A61-4542937A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로그인과 검색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17B71-FFF3-4115-ACAE-E3681455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실제 실행 화면과 연결 규칙·시험을 함께 남깁니다.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9AD7E-4268-421F-91FD-EB1A68E553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13687ab9524b46"/>
          <a:stretch xmlns:a="http://schemas.openxmlformats.org/drawingml/2006/main"/>
        </p:blipFill>
        <p:spPr>
          <a:xfrm xmlns:a="http://schemas.openxmlformats.org/drawingml/2006/main">
            <a:off x="1379047" y="1714500"/>
            <a:ext cx="3890356" cy="29718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F3007-1A85-4A6D-82E0-0C2ECF29BD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f44a41769540c4"/>
          <a:stretch xmlns:a="http://schemas.openxmlformats.org/drawingml/2006/main"/>
        </p:blipFill>
        <p:spPr>
          <a:xfrm xmlns:a="http://schemas.openxmlformats.org/drawingml/2006/main">
            <a:off x="6922597" y="1714500"/>
            <a:ext cx="3890356" cy="2971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D29D0-E497-45C1-9B2B-65EA648C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5276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SCREEN-LOGIN-2026-10-20T06-15-00-647Z / SCREEN-LOGIN / 부분확인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evidence/browser/2026-10-20T06-15-00-647Z/screenshots/login.png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환경: darwin/arm64; Node v26.5.0; 로컬 개발환경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C5D975-87C8-4E8E-B12D-5DE64FF7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91075"/>
            <a:ext cx="5276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SCREEN-LIST-2026-10-20T06-15-00-647Z / SCREEN-LIST / 부분확인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evidence/browser/2026-10-20T06-15-00-647Z/screenshots/list.png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환경: darwin/arm64; Node v26.5.0; 로컬 개발환경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39ABF-3FEA-42CF-A9FA-8933ED44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SEC-007: apps/api/Program.cs#AddCookie apps/api/SessionCookieValidat… / AUTO-BACKEND MAN-SEC-007 / 부분확인</a:t>
            </a:r>
          </a:p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UI-033: apps/web/src/StandardsBrowser.tsx#StandardsBrowser / MAN-UI-033 / 미실행</a:t>
            </a:r>
          </a:p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UI-034: apps/web/src/App.tsx#Dashboard apps/web/src/App.tsx#Login a… / MAN-UI-034 / 미실행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1D7BF-AFC4-40D9-A320-E7799E0E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9D826-5DDB-41B7-8338-841EAC91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274035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4D6F1-1EE9-46B5-BFF4-017D5B2A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입력 오류와 완료 화면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015DB-16B9-4095-835F-85DA6AC7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입력 보존·수정방법·후속 행동을 상태별로 확인합니다.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A88F7-7B86-44C2-A74D-A7E89EC5F9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ace9f6c304462"/>
          <a:stretch xmlns:a="http://schemas.openxmlformats.org/drawingml/2006/main"/>
        </p:blipFill>
        <p:spPr>
          <a:xfrm xmlns:a="http://schemas.openxmlformats.org/drawingml/2006/main">
            <a:off x="1379047" y="1714500"/>
            <a:ext cx="3890356" cy="29718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A9692-60E7-43A5-96B1-1555DE1F6D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9146b3e464262"/>
          <a:stretch xmlns:a="http://schemas.openxmlformats.org/drawingml/2006/main"/>
        </p:blipFill>
        <p:spPr>
          <a:xfrm xmlns:a="http://schemas.openxmlformats.org/drawingml/2006/main">
            <a:off x="6922597" y="1714500"/>
            <a:ext cx="3890356" cy="2971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0B4F1-7723-47FD-BE99-B1B11300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5276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SCREEN-FORM-ERROR-2026-10-20T06-15-00-647Z / SCREEN-FORM-ERROR / 부분확인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evidence/browser/2026-10-20T06-15-00-647Z/screenshots/form-error.png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환경: darwin/arm64; Node v26.5.0; 로컬 개발환경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11A67-C011-4523-8179-A9753151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91075"/>
            <a:ext cx="5276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SCREEN-COMPLETE-2026-10-20T06-15-00-647Z / SCREEN-COMPLETE / 부분확인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evidence/browser/2026-10-20T06-15-00-647Z/screenshots/complete.png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환경: darwin/arm64; Node v26.5.0; 로컬 개발환경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7FDC55-A1AD-4D4C-9A40-7CF1FA60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UI-056: apps/web/src/App.tsx#RequestWizard apps/web/src/App.tsx#Log… / MAN-UI-056 / 미실행</a:t>
            </a:r>
          </a:p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UI-068: apps/web/src/App.tsx#RequestWizard apps/web/src/api.ts#ApiE… / SCREEN-SERVER-ERROR SCREEN-SERVER-V… / 부분확인</a:t>
            </a:r>
          </a:p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UI-069: apps/web/src/App.tsx#RequestWizard / MAN-UI-069 / 미실행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3E536-AED2-492B-892E-5804C5BB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050898-86ED-4C23-9FC6-7448B5C9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04882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B61FF-C16F-431D-A94A-618957CA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키보드·초점·모달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51D07-0FB7-41A4-BF0B-288422DF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DOM 자동 확인과 실제 키보드 수동 과업을 구분합니다.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21A87-CE62-4DD9-9FF2-129A4DD65E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e194a240e4aae"/>
          <a:stretch xmlns:a="http://schemas.openxmlformats.org/drawingml/2006/main"/>
        </p:blipFill>
        <p:spPr>
          <a:xfrm xmlns:a="http://schemas.openxmlformats.org/drawingml/2006/main">
            <a:off x="1696316" y="1762125"/>
            <a:ext cx="4551218" cy="3476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1B745-6A6F-4855-82D3-1E319A95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90700"/>
            <a:ext cx="39338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E2E-KEYBOARD 통과: 키보드로 모달열기/Tab8회내부유지/Escape닫기/원래버튼초점복귀, 본문바로가기 초점, 갤러리오류·로딩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SCREEN-MODAL 부분확인: 실제 실행화면 modal, http://localhost:8000/requests/14, {"width":1440,"height":1100}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MAN-UI-031 미실행: 사람의 평가/원문등급 판정을 자동 생성하지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28508-0059-49FF-BA5B-3A86CB4F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SCREEN-MODAL-2026-10-20T06-15-00-647Z / SCREEN-MODAL / 부분확인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evidence/browser/2026-10-20T06-15-00-647Z/screenshots/modal.png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환경: darwin/arm64; Node v26.5.0; 로컬 개발환경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F3D6D-AC1F-45C3-A376-2CC2B8BA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화면낭독기 음성 출력·실제 사용 맥락은 DOM 또는 aria 검사로 대체하지 않습니다.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45380-C65D-42E9-9A83-946F639F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8DC47-DA44-4DB0-B9C2-EC04793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201673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3FF31-E5A6-4ABB-A531-B679832E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확대·대비·반응형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0743C-52A6-488C-90EB-D6865BE6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자동 실측과 수동 확인의 범위를 나눠 기록합니다.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BB2C9-7601-4866-9C00-587ABEB6E2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b8a71bdeb4871"/>
          <a:stretch xmlns:a="http://schemas.openxmlformats.org/drawingml/2006/main"/>
        </p:blipFill>
        <p:spPr>
          <a:xfrm xmlns:a="http://schemas.openxmlformats.org/drawingml/2006/main">
            <a:off x="3684601" y="1762125"/>
            <a:ext cx="574649" cy="3476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87255-0BB7-4A48-9CAF-6EC0C5A5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90700"/>
            <a:ext cx="39338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E2E-REFLOW 통과: {"widths":[{"route":"/","viewport":320,"document":320},{"route":"/requests","vi…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SCREEN-MOBILE 부분확인: 실제 실행화면 mobile, http://localhost:8000/privacy, {"width":320,"height":800}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MAN-KWA-008 미실행: 사람의 평가/원문등급 판정을 자동 생성하지 않음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F6854-A55C-466F-89F3-C84B208F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SCREEN-MOBILE-2026-10-20T06-15-00-647Z / SCREEN-MOBILE / 부분확인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evidence/browser/2026-10-20T06-15-00-647Z/screenshots/mobile.png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환경: darwin/arm64; Node v26.5.0; 로컬 개발환경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32B26-B399-474F-9FF0-503FC5EC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WCAG AA 4.5:1·3:1과 KRDS 선명한 모드 15:1·7:1·4.5:1, 회사 목표 44×44를 구분합니다.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5F9D8-C48A-49C0-8242-CB05E0D2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E0F8D2-C9DE-40E9-92DC-236F2537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375891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883B7-B467-43EE-85F7-41A094F3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보조기술·장애유형별 수동 평가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5AF7D-9908-4781-AEC2-30F0938B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환경과 검사자·실제 관찰이 없는 과업은 미실행으로 남깁니다.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FF890-5B83-4D55-977F-7B492F9ADB6C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04533"/>
                <a:gridCol w="3446498"/>
                <a:gridCol w="4969369"/>
              </a:tblGrid>
              <a:tr h="4953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환경·대상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실제 수행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후속 과업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809625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Windows NVDA + Chromium / Firefox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미실행 / 환경·검사자 미확보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로그인부터 제출·상세·첨부까지 의미·상태 낭독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TalkBack + Chrome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미실행 / 실제 모바일 환경 미확보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탐색·입력·오류·완료와 첨부 과업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809625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iOS VoiceOver + Safari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미실행 / 실제 모바일 환경 미확보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모바일 초점·레이블·상태·로터 탐색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장애 당사자 참여 사용성 평가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미실행 / 참여자·평가계획 미확정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대표 과업의 성공·오류·복구 관찰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40FB5-1297-4B4B-96DB-E8A9342A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원본 15개 대표과업과 기준별 추가 수동 절차를 Excel에 함께 보존합니다.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9F289-4B90-45E6-A969-666012C0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859AAF-4AFA-4B9D-935B-C91F3998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098392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BEE6C-662F-4183-A9E4-8ED3D9B8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자동검사와 수동검사 집계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384CF-B7AF-4549-A00C-9E2695FF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정의된 검사그룹·수동 절차와 실행한 원시 세부시험을 구분합니다.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57439-5062-40DB-9D4D-8649349CD0F5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04533"/>
                <a:gridCol w="3446498"/>
                <a:gridCol w="4969369"/>
              </a:tblGrid>
              <a:tr h="4953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등록된 시험 정의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정의 수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그룹·절차의 상태 분포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자동 검사그룹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미실행 0 / 통과 13 / 실패 0 / 부분확인 0 / 해당없음 0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수동 시험 절차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312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미실행 312 / 통과 0 / 실패 0 / 부분확인 0 / 해당없음 0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실제 화면 캡처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미실행 0 / 통과 0 / 실패 0 / 부분확인 15 / 해당없음 0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증빙 파일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28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존재·SHA-256 일치 28개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원본 대표 과업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수동 절차에 포함. 실제 실행 건수로 합산하지 않음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DA7D1-26AD-4E18-B35E-5016620B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정의 수는 실행한 세부시험 수가 아닙니다. 단위·HTTP·브라우저 검사의 실제 결과는 원시 증빙에 별도 기록합니다. 자동 오류 0건은 전체 접근성 준수나 인증을 뜻하지 않습니다.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140E2-3839-49CD-8B9E-E944FD31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19513-C57B-43BD-A29E-309BEE7B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16224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05F86-76BF-4E9F-AA94-6F7D03C17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표준별 적용·구현·검증 집계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13E8E-7ECE-46C6-997F-D2BDADBF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분모는 각 표준군의 적용 확정 항목입니다.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53CC9-45D8-4B81-85AF-195874793739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886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97015"/>
                <a:gridCol w="1189055"/>
                <a:gridCol w="1189055"/>
                <a:gridCol w="1189055"/>
                <a:gridCol w="1189055"/>
                <a:gridCol w="1189055"/>
                <a:gridCol w="1189055"/>
                <a:gridCol w="1189055"/>
              </a:tblGrid>
              <a:tr h="400050"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표준군</a:t>
                      </a:r>
                    </a:p>
                  </a:txBody>
                  <a:tcPr marL="114300" marR="114300" marT="38100" marB="38100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관리행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적용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조건부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해당없음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확인필요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구현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검증완료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387350"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표준 운영</a:t>
                      </a:r>
                    </a:p>
                  </a:txBody>
                  <a:tcPr marL="114300" marR="114300" marT="38100" marB="38100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코딩</a:t>
                      </a:r>
                    </a:p>
                  </a:txBody>
                  <a:tcPr marL="114300" marR="114300" marT="38100" marB="38100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387350"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보안</a:t>
                      </a:r>
                    </a:p>
                  </a:txBody>
                  <a:tcPr marL="114300" marR="114300" marT="38100" marB="38100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MDR 확인</a:t>
                      </a:r>
                    </a:p>
                  </a:txBody>
                  <a:tcPr marL="114300" marR="114300" marT="38100" marB="38100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387350"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KRDS UI/UX</a:t>
                      </a:r>
                    </a:p>
                  </a:txBody>
                  <a:tcPr marL="114300" marR="114300" marT="38100" marB="38100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128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106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97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KWCAG 2.2</a:t>
                      </a:r>
                    </a:p>
                  </a:txBody>
                  <a:tcPr marL="114300" marR="114300" marT="38100" marB="38100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33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387350"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WCAG 2.2 A·AA</a:t>
                      </a:r>
                    </a:p>
                  </a:txBody>
                  <a:tcPr marL="114300" marR="114300" marT="38100" marB="38100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55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48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40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7350"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포용적 UX</a:t>
                      </a:r>
                    </a:p>
                  </a:txBody>
                  <a:tcPr marL="114300" marR="114300" marT="38100" marB="38100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387350"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검증·운영·보고</a:t>
                      </a:r>
                    </a:p>
                  </a:txBody>
                  <a:tcPr marL="114300" marR="114300" marT="38100" marB="38100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38100" rIns="114300" bIns="38100" anchor="ctr"/>
                    <a:lstStyle/>
                    <a:p>
                      <a:r>
                        <a:rPr sz="150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114300" marR="114300" marT="38100" marB="38100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80F5A-55C0-4703-8DAD-FB8E4579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구현률 = 구현/적용. 검증완료율 = 필요한 자동·수동·증빙을 모두 갖춘 통과/적용. 적용 0건은 산정대상 없음.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1F27A-AFD5-4D89-BE7A-D4FDB1D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AACDC-0A91-41EC-B168-75B80FAB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653795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19A7D-4EDF-4B16-8740-94904534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잔여사항과 운영 전 조치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8F3FE-99C8-4635-8140-D62ECB24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미확정·조건부·미실행을 공개하고 후속 조건을 남깁니다.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50D30-D118-4949-B7C4-6E8D0A2EE858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04533"/>
                <a:gridCol w="3446498"/>
                <a:gridCol w="4969369"/>
              </a:tblGrid>
              <a:tr h="4953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잔여사항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현재 판정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다음 조치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T w="7620">
                      <a:solidFill>
                        <a:srgbClr val="D6DFE9"/>
                      </a:solidFill>
                      <a:prstDash val="solid"/>
                    </a:lnT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142C48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MDR 세부 기준 적용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명칭 확인 / 적용 확인필요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원본 코드표·판본·해당 사업 적용범위 확보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원문 등급·비번호 규칙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재확인필요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725 후보와 비번호 범위의 조항·조건 개별 검토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보조기술·당사자 평가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미실행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장비·검사자·참여자·과업 지정 후 실제 관찰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운영 보안·백업·배포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운영 전 검증 필요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악성코드 엔진, HTTPS·비밀·백업 복원과 운영 설정 검토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2F5F9"/>
                    </a:solidFill>
                  </a:tcPr>
                </a:tc>
              </a:tr>
              <a:tr h="647700"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회사 기준·편차 승인</a:t>
                      </a:r>
                    </a:p>
                  </a:txBody>
                  <a:tcPr marL="114300" marR="114300" marT="85725" marB="85725" anchor="ctr">
                    <a:lnL w="7620">
                      <a:solidFill>
                        <a:srgbClr val="D6DFE9"/>
                      </a:solidFill>
                      <a:prstDash val="solid"/>
                    </a:lnL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승인 전 초안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85725" rIns="114300" bIns="85725" anchor="ctr"/>
                    <a:lstStyle/>
                    <a:p>
                      <a:r>
                        <a:rPr sz="1650" b="0">
                          <a:solidFill>
                            <a:srgbClr val="142C48"/>
                          </a:solidFill>
                          <a:latin typeface="Arial"/>
                          <a:ea typeface="Arial"/>
                          <a:cs typeface="Arial"/>
                        </a:rPr>
                        <a:t>담당자·승인자·기한 확정. 승인 편차를 외부 PASS로 환산하지 않음</a:t>
                      </a:r>
                    </a:p>
                  </a:txBody>
                  <a:tcPr marL="114300" marR="114300" marT="85725" marB="85725" anchor="ctr">
                    <a:lnR w="7620">
                      <a:solidFill>
                        <a:srgbClr val="D6DFE9"/>
                      </a:solidFill>
                      <a:prstDash val="solid"/>
                    </a:lnR>
                    <a:lnB w="7620">
                      <a:solidFill>
                        <a:srgbClr val="D6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C382E-88DD-4EAE-8B4B-67F0A7F7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MDR 명칭 확인 / 원본코드표·사업적용범위 확인필요</a:t>
            </a:r>
          </a:p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원문 등급·그림/예외/비번호 규칙 전수 수동 검토 미완료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7E85B1-8848-44E7-9A3D-1228FBB0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9B6A3-29DF-450A-A4BD-D21FF39C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066123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57236-F4E2-4EC0-AF1E-3B3733FC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42C48"/>
                </a:solidFill>
                <a:latin typeface="Arial"/>
                <a:ea typeface="Arial"/>
                <a:cs typeface="Arial"/>
              </a:rPr>
              <a:t>출처와 증빙 찾아보기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91E9A-C567-4EF0-B06E-6C9674D8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715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도움말에서 규칙을 검색하고 문서 작업용으로 복사·다운로드합니다.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2EA26-A2AA-4BBC-9477-32DFD67101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267f191e51465f"/>
          <a:stretch xmlns:a="http://schemas.openxmlformats.org/drawingml/2006/main"/>
        </p:blipFill>
        <p:spPr>
          <a:xfrm xmlns:a="http://schemas.openxmlformats.org/drawingml/2006/main">
            <a:off x="1696316" y="1762125"/>
            <a:ext cx="4551218" cy="34766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68E69B-D062-4A54-9EA2-DEC2DBE1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790700"/>
            <a:ext cx="39338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통합 원장: standards/catalog.json 및 application-records.json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시험·증빙: standards/tests.json 및 evidence/index.json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Excel: 상태 편집과 수식 집계, 원문 전체 색인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HTML: 모든 규칙·시험·증빙의 검색 가능한 텍스트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42C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C48"/>
                </a:solidFill>
                <a:latin typeface="Arial"/>
                <a:ea typeface="Arial"/>
                <a:cs typeface="Arial"/>
              </a:rPr>
              <a:t>도움말: 표준별 조회, 각 항목 복사, 파일 다운로드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2F3C7-59CA-4C66-BDA1-D829B41C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SCREEN-HELP-2026-10-20T06-15-00-647Z / SCREEN-HELP / 부분확인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evidence/browser/2026-10-20T06-15-00-647Z/screenshots/help.png</a:t>
            </a:r>
          </a:p>
          <a:p xmlns:a="http://schemas.openxmlformats.org/drawingml/2006/main">
            <a:pPr>
              <a:defRPr sz="127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환경: darwin/arm64; Node v26.5.0; 로컬 개발환경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0D3A9-3F17-4D0E-BA9F-D8958058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원문: 첨부 2025.08 PDF 두 개와 source-register. 생성 기준 commit 88f8c934cf73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BFAD4-B1ED-4FD3-B0D8-FEF9972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2026-10-20  /  실제 결과와 미검증 상태 구분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0AA9B-035F-45A5-9AFD-BF18B047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24625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366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3667E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122838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2026-10-20T06:19:30.7080000Z</dcterms:created>
  <dcterms:modified xsi:type="dcterms:W3CDTF">2026-10-20T06:19:30.7080000Z</dcterms:modified>
</coreProperties>
</file>